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(Comparable/Comparator)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COMPARAISON (COMPARABLE/COMPARATOR)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Q37 : Comparable et Comparator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Comparable : ordre naturel, compareTo().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Comparator : ordre personnalisé, compare().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Personne implements Comparable&lt;Personne&gt;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age;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compareTo(Personne p) { return this.age - p.age;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Comparator&lt;Personne&gt; parNom = (p1, p2) -&gt; p1.nom.compareTo(p2.nom);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COMPARAISON (COMPARABLE/COMPARATOR)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Q38 : Trier des employés par nom puis âge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Comparator&lt;Employe&gt; comp = Comparator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.comparing(Employe::getNom)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.thenComparing(Employe::getAge);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employes.sort(comp);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COMPARAISON (COMPARABLE/COMPARATOR)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Q39 : Différence Comparable vs Comparator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Comparable | Comparator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compareTo() | compare()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Ordre naturel | Ordre personnalisé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 la classe | Classe externe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Collections.sort(list) | Collections.sort(list, comp)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