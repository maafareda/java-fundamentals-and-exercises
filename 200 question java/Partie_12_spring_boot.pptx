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Q127 : Spring vs Spring Boot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| Spring Boot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Configuration manuelle | Auto-configuration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XML/Java config | Annotations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Serveur externe | Serveur embarqué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Q128 : Auto-configuration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Boot configure automatiquement les beans en fonction des dépendances.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Q129 : Starters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Dépendances pré-configurées.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&lt;groupId&gt;org.springframework.boot&lt;/groupId&gt;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&lt;artifactId&gt;spring-boot-starter-web&lt;/artifactId&gt;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Q130 : @SpringBootApplication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Combine @Configuration, @EnableAutoConfiguration, @ComponentScan.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Q131 : Point de départ d'une app Spring Boot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méthode main() avec SpringApplication.run().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@SpringBootApplication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App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SpringApplication.run(App.class, args);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Q132 : Exclure l'auto-configuration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@SpringBootApplication(exclude = {DataSourceAutoConfiguration.class})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Q133 : Autowirer une classe hors package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Utiliser @ComponentScan(basePackages = "com.autre").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Q134 : application.properties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Fichier de configuration.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server.port=8081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spring.datasource.url=jdbc:mysql://localhost:3306/db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Q135 : Configurer le port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server.port=9090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Q136 : Rechargement automatique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Boot DevTools.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&lt;groupId&gt;org.springframework.boot&lt;/groupId&gt;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&lt;artifactId&gt;spring-boot-devtools&lt;/artifactId&gt;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Q137 : Serveur embarqué par défaut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Tomcat. Changer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&lt;groupId&gt;org.springframework.boot&lt;/groupId&gt;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&lt;artifactId&gt;spring-boot-starter-web&lt;/artifactId&gt;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&lt;exclusions&gt;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&lt;exclusion&gt;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&lt;groupId&gt;org.springframework.boot&lt;/groupId&gt;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&lt;artifactId&gt;spring-boot-starter-tomcat&lt;/artifactId&gt;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&lt;/exclusion&gt;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&lt;/exclusions&gt;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&lt;groupId&gt;org.springframework.boot&lt;/groupId&gt;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&lt;artifactId&gt;spring-boot-starter-jetty&lt;/artifactId&gt;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Q138 : Où mettre HTML/JS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Dans src/main/resources/static/.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Q150 : Profiling dans Spring Boot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Utiliser @Profile et spring.profiles.active.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@Profile("dev")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DataSource devDataSource() { ... }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2026-09-10T07:09:12Z</dcterms:created>
  <dcterms:modified xsi:type="dcterms:W3CDTF">2026-09-10T07:09:12Z</dcterms:modified>
</cp:coreProperties>
</file>