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 &amp; Hibernate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Q152 : Spring Data JPA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Abstraction au-dessus de JPA pour simplifier l'accès aux données.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UserRepository extends JpaRepository&lt;User, Long&gt;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List&lt;User&gt; findByNom(String nom);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Q153 : JpaRepository vs CrudRepository vs PagingAndSortingRepository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CrudRepository : CRUD de base.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PagingAndSortingRepository : + pagination/tri.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JpaRepository : + JPA spécifique (flush, batch).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Q166 : JPA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Spécification Java pour la persistance.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Q167 : Hibernate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Implémentation de JPA.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Q168 : JPA vs Hibernate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 | Hibernate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Spécification | Implémentation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javax.persistence | org.hibernate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Q169 : @Entity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Marque une classe comme entité JPA.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@Id @GeneratedValue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Long id;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Q170 : Nommer une table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@Table(name = "utilisateurs")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 { ... 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Q171 : @Id, @GeneratedValue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@GeneratedValue(strategy = GenerationType.IDENTITY)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Long id;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Q172 : Séquence personnalisée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@GeneratedValue(strategy = GenerationType.SEQUENCE, generator = "ma_seq")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@SequenceGenerator(name = "ma_seq", sequenceName = "SEQ_USER", allocationSize = 1)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Q173 : Nommer les colonnes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@Column(name = "nom_complet")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nom;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Q174 : @OneToMany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@OneToMany(mappedBy = "user", cascade = CascadeType.ALL)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List&lt;Commande&gt; commandes;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Q175 : Annotations JPA vs Hibernate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la portabilité : utiliser javax.persistence au lieu de org.hibernate.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Q176 : get() vs load()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get() : retourne null si absent.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load() : lance ObjectNotFoundException (proxy).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Q177 : save(), saveOrUpdate(), persist()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save() : retourne l'ID.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saveOrUpdate() : save ou update.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persist() : ne retourne rien, pas d'update immédiat.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Q178 : Session et SessionFactory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SessionFactory : une par base de données.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Session : une par unité de travail.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Q179 : Cache niveau 1 et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Niveau 1 : par session (activé par défaut).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Niveau 2 : partagé entre sessions (configurable).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Q180 : session.flush()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 la synchronisation avec la base.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Q181 : Voir les requêtes SQL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spring.jpa.show-sql=true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Q182 : Dialecte Hibernate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Indique à Hibernate le SGBD cible.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spring.jpa.database-platform=org.hibernate.dialect.MySQL8Dialect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14 — SPRING DATA JPA &amp; HIBERNATE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Q183 : hibernate.hbm2ddl.auto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create : recrée à chaque démarrage.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update : met à jour.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validate : vérifie.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none : rien.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