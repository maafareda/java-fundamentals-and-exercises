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43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AOP, Security, Batch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question(s)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15 — SPRING AOP, SECURITY, BATCH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Q154 : Spring AOP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Programmation orientée aspect.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@Aspect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@Component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LoggingAspect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@Before("execution(* com.app.service.*.*(..))")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log() { System.out.println("Appel");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15 — SPRING AOP, SECURITY, BATCH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Q155 : Spring Security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Framework d'authentification et d'autorisation.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@Configuration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@EnableWebSecurity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SecurityConfig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@Bean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SecurityFilterChain filterChain(HttpSecurity http) throws Exception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http.authorizeHttpRequests(a -&gt; a.anyRequest().authenticated())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.httpBasic(Customizer.withDefaults());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http.build();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15 — SPRING AOP, SECURITY, BATCH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Q156 : Spring Batch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Traitement par lots.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@Bean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Job job(JobBuilderFactory jbf, StepBuilderFactory sbf)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jbf.get("job").start(sbf.get("step")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.&lt;String, String&gt;chunk(10)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.reader(reader()).processor(processor()).writer(writer())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.build()).build();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2026-09-10T07:09:12Z</dcterms:created>
  <dcterms:modified xsi:type="dcterms:W3CDTF">2026-09-10T07:09:12Z</dcterms:modified>
</cp:coreProperties>
</file>