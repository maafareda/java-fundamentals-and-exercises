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POO (Piliers, classes, interfaces)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: Quels sont les 4 piliers de la POO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4 piliers de la Programmation Orientée Objet sont :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 : Cacher les données internes d'une classe et n'exposer que ce qui est nécessaire via des méthodes publiques.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Héritage : Une classe enfant hérite des propriétés et méthodes d'une classe parente.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Polymorphisme : La capacité d'un objet à prendre plusieurs formes (surcharge et redéfinition).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Abstraction : Masquer les détails complexes et montrer seulement l'essentiel (classes abstraites et interfaces).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CompteBancaire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solde; // caché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getSolde() { return solde;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deposer(double montant)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(montant &gt; 0) solde += montant;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Héritage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CompteEpargne extends CompteBancaire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tauxInteret;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Polymorphisme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CompteBancaire c = new CompteEpargne(); // référence parent, objet enfant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Abstraction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Forme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double calculerAire();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: Qu'est-ce qu'une classe abstraite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classe abstraite est une classe qui ne peut pas être instanciée. Elle sert de modèle pour d'autres classes. Elle peut contenir :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méthodes abstraites (sans corps)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méthodes concrètes (avec corps)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attributs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constructeurs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Animal {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Animal(String nom) { this.nom = nom; 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void faireDuBruit(); // méthode abstraite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dormir() {       // méthode concrète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System.out.println(nom + " dort.");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Chien extends Animal {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Chien(String nom) { super(nom); 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faireDuBruit() {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System.out.println(nom + " aboie : Wouf !");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Utilisation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new Chien("Rex");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a.faireDuBruit(); // Rex aboie : Wouf !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a.dormir();       // Rex dort.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: Une classe abstraite a-t-elle un constructeur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OUI. Une classe abstraite peut avoir un constructeur. Il est appelé via super() par la classe enfant.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 ? Parce que même si on ne peut pas faire new Animal(), la classe enfant doit initialiser les attributs hérités.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Animal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Animal(String nom)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this.nom =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System.out.println("Constructeur Animal appelé");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Chien extends Animal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Chien(String nom)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super(nom); // appel obligatoire du constructeur parent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System.out.println("Constructeur Chien appelé");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Chien("Rex");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Sortie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Constructeur Animal appelé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Constructeur Chien appelé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: Qu'est-ce qu'une Interface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interface est un contrat que les classes doivent respecter. Elle ne contient que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méthodes abstraites (avant Java 8)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méthodes default et static (depuis Java 8)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 constantes (public static final)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Vehicule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demarrer();          // abstraite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void klaxonner() { // default (Java 8+)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System.out.println("Bip bip !");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Voiture implements Vehicule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demarrer()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System.out.println("La voiture démarre.");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Vehicule v = new Voiture();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v.demarrer();  // La voiture démarre.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v.klaxonner(); // Bip bip 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: Différence entre classe abstraite et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Critère | Classe Abstraite | Interface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Instanciation | Non | Non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Constructeur | Oui | Non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Héritage multiple | Non (une seule classe) | Oui (plusieurs interfaces)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Attributs | Tous types | public static final uniquement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Méthodes | Abstraites + concrètes | Abstraites + default + static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Mot-clé | extends | implements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 l'utiliser | Relation "est-un" + code partagé | Capacité "peut-faire"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 : Que choisir — interface ou classe abstraite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: Quand vous définissez un comportement que plusieurs classes non liées peuvent implémenter. Ex : Comparable, Runnable.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abstraite : Quand vous avez une relation hiérarchique forte et que vous voulez partager du code commun. Ex : Animal → Chien, Chat.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 simple : Si vous avez besoin de partager du code → classe abstraite. Si vous voulez définir un contrat →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 : Pourquoi Java 8 a introduit les méthodes default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permettre l'évolution des interfaces sans casser les classes existantes. Avant Java 8, si on ajoutait une méthode à une interface, toutes les classes implémentantes devaient la redéfinir.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Collection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add(Object o);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Java 8 : méthode default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boolean isEmpty()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size() == 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size();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classes existantes n'ont pas besoin de réimplémenter isEmpty().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: Pourquoi Java 8 a introduit les méthodes static dans les interfaces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permettre de créer des méthodes utilitaires liées à l'interface, sans créer de classe utilitaire séparée.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MathUtils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carre(int x)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* x;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Appel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resultat = MathUtils.carre(5); // 25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 : Pourquoi Java n'autorise pas l'héritage multiple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éviter le problème du diamant : si une classe hérite de deux classes qui ont la même méthode, laquelle choisir ?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problématique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 { void afficher() { System.out.println("A"); }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{ void afficher() { System.out.println("B"); }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C extends A, B {} // Impossible en Java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autorise l'héritage multiple d'interfaces car les conflits sont résolus par la classe elle-même.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 : Règles de la surcharge et de la redéfinition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Surcharge (Overloading) — Même classe, même nom, paramètres différents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addition(int a, int b) { return a + b;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addition(double a, double b) { return a + b;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addition(int a, int b, int c) { return a + b + c;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Redéfinition (Overriding) — Classe enfant, même signature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afficher() { System.out.println("Parent");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Enfant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afficher() { System.out.println("Enfant");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Règles Overriding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Même nom, mêmes paramètres, même type de retour (ou sous-type).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Visibilité ne peut pas être réduite.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 peut pas lancer des exceptions checked plus larges.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final, static, private ne peuvent pas être redéfinies.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 : Peut-on redéfinir une méthode final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NON. Une méthode final ne peut pas être redéfinie.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void afficher() { System.out.println("Parent");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Enfant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void afficher() {} // Erreur de compilation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 : Les constructeurs et méthodes privées peuvent-ils être redéfinis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Constructeurs : NON. Ils ne sont pas hérités, donc pas redéfinis.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Méthodes privées : NON. Elles ne sont pas visibles dans la classe enfant, donc pas de redéfinition (on parle de "masquage").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 : Qu'est-ce que le mot-clé final et où l'utiliser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signifie "ne peut pas être changé".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 | Effet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| Valeur constante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Méthode | Ne peut pas être redéfinie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| Ne peut pas être héritée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Constante { } // Ne peut pas être héritée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int MAX = 100; // constante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void afficher() { } // ne peut pas être redéfinie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FONDAMENTAUX POO (PILIERS,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Q46 : Expliquer le mot-clé static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signifie que la membre appartient à la classe et non à une instance.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Utilisations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Variable statique : partagée par toutes les instances.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Méthode statique : appelée sans créer d'objet.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Bloc statique : exécuté une seule fois au chargement de la classe.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Classe imbriquée statique.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Compteur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total = 0; // partagé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Compteur() { total++;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afficherTotal()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System.out.println("Total : " + total);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Compteur(); new Compteur();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Compteur.afficherTotal(); // Total :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