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 — DIVERS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Q146 : @Transactional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Gère les transactions.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transferer(Compte a, Compte b, double m) { ... 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 — DIVERS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Q148 : @Bean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Déclare un bean manuellement.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DataSource dataSource() { ... 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 — DIVERS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Q149 : @Component vs @Bean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 | @Bean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 la classe | Sur une méthode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automatique | Déclaration manuelle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 — DIVERS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Q159 : Objet stateless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 sans état (pas de champs modifiables). Les services REST sont stateless.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18 — DIVERS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Q160 : Web Server vs Application Server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Server | Application Server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statique | Logique métier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Apache, Nginx | Tomcat, JBoss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2026-09-10T07:09:12Z</dcterms:created>
  <dcterms:modified xsi:type="dcterms:W3CDTF">2026-09-10T07:09:12Z</dcterms:modified>
</cp:coreProperties>
</file>