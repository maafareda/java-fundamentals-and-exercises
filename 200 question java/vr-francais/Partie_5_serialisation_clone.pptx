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Sérialisation &amp; Clone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SÉRIALISATION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Q54 : Qu'est-ce que Cloneable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marqueur qui autorise Object.clone().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Personne implements Cloneable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nom;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Object clone() throws CloneNotSupportedException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super.clone();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SÉRIALISATION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Q55 : Shallow Copy vs Deep Copy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Shallow : copie les références.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Deep : copie récursivement les objets référencés.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Shallow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Personne p2 = (Personne) p1.clone();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Deep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Personne p2 = new Personne(p1.nom, new Adresse(p1.adresse.rue));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SÉRIALISATION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Q56 : Sérialisation et Désérialisation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Sérialisation : convertir un objet en flux d'octets.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Désérialisation : reconstruire l'objet.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Personne implements Serializable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nom;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Sérialisation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ObjectOutputStream oos = new ObjectOutputStream(new FileOutputStream("p.ser"));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oos.writeObject(p);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Désérialisation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ObjectInputStream ois = new ObjectInputStream(new FileInputStream("p.ser"));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Personne p = (Personne) ois.readObject();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SÉRIALISATION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Q57 : Qu'est-ce que SerialVersionUID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Identifiant de version pour la sérialisation. Si les classes changent, la désérialisation échoue si l'UID diffère.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long serialVersionUID = 1L;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SÉRIALISATION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Q58 : Sérialisation avec héritage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 le parent est Serializable, l'enfant l'est aussi.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 le parent n'est pas Serializable, il doit avoir un constructeur sans argument.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SÉRIALISATION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Q59 : Comment empêcher la sérialisation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Marquer les champs transient.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Lancer NotSerializableException dans writeObject().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transient String motDePasse;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SÉRIALISATION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Q60 : Interface Externalizable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Permet de contrôler manuellement la sérialisation.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Personne implements Externalizable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writeExternal(ObjectOutput out) throws IOException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out.writeUTF(nom);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readExternal(ObjectInput in) throws IOException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 = in.readUTF();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SÉRIALISATION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Q61 : Externalizable avec héritage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classe parente doit avoir un constructeur sans argument.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SÉRIALISATION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Q62 : Différence Serializable vs Externalizable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Serializable | Externalizable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Automatique | Manuelle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Utilise réflexion | Pas de réflexion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lent | Plus rapide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transient géré | Non géré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