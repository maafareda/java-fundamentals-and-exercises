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Q184 : Qu'est-ce que Maven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Outil de build et gestion de dépendances.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Q185 : pom.xml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 de configuration Maven.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&lt;groupId&gt;com.app&lt;/groupId&gt;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&lt;artifactId&gt;mon-app&lt;/artifactId&gt;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&lt;version&gt;1.0&lt;/version&gt;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Q186 : Local repo vs Central repo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Local : ~/.m2/repository.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Central : dépôt en ligne.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Q187 : Où définir le repo local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settings.xml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&lt;localRepository&gt;/chemin/vers/repo&lt;/localRepository&gt;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Q188 : Proxy Maven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settings.xml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&lt;proxies&gt;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&lt;proxy&gt;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&lt;host&gt;proxy.com&lt;/host&gt;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&lt;port&gt;8080&lt;/port&gt;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&lt;/proxy&gt;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&lt;/proxies&gt;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Q189 : Cycle de vie Maven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validate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compile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test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package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verify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install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deploy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