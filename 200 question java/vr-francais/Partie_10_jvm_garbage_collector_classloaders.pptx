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JVM, Garbage Collector, Classloaders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Q63 : Comment rendre une classe immuable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final sur la classe.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Attributs private final.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Pas de setters.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Copie défensive pour les objets mutables.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Personne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String nom;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Personne(String nom) { this.nom = nom;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getNom() { return nom;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Q64 : Classloaders en Java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Chargement des classes en mémoire.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Bootstrap : classes de base (java.lang).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Extension : ext directory.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Application : classpath.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Délégation parentale : un classloader demande à son parent avant de charger.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Q65 : Singleton Design Pattern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 seule instance dans toute la JVM.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Singleton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static final Singleton INSTANCE = new Singleton();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Singleton() {}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Singleton getInstance() { return INSTANCE;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Q66 : Comment casser un Singleton et comment l'empêcher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Casses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Réflexion → utiliser enum.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Sérialisation → readResolve().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Clonage → empêcher Cloneable.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Multi-thread → synchronized ou enum.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enum Singleton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INSTANCE;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Q67 : Design patterns utilisés en projet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Singleton, Factory, Builder, Observer, Strategy, Decorator, Proxy, MVC, DAO.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Q68 : Mot-clé volatile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Garantit la visibilité des modifications entre threads.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volatile boolean flag = false;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Q69 : Garbage Collection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Libération automatique de la mémoire.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Serial GC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Parallel GC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CMS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G1GC (défaut Java 9+)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ZGC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