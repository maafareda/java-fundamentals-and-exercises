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internes, blocs, enum &amp; constructeurs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Q47 : Qu'est-ce qu'une classe interne ? Types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classe définie dans une autre classe.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Membre (non-static)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Statique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Locale (dans une méthode)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Anonyme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Outer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Inner {}          // membre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class StaticInner {} // statique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Q48 : Qu'est-ce que le chaînage de constructeurs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Appeler un constructeur depuis un autre avec this() ou super().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 int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Personne() { this("Inconnu");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Personne(String nom) { this(nom, 0);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Personne(String nom, int age)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this.nom = nom; this.age =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Q49 : Qu'est-ce qu'un bloc d'initialisation (init block)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exécuté avant le constructeur, à chaque création d'objet.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System.out.println("Init block");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Test() { System.out.println("Constructeur");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Test();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 block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Constructeur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Q50 : Qu'est-ce qui s'exécute en premier : constructeur ou init block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block s'exécute avant le constructeur.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Ordre : static block → init block → constructeur.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Q51 : Variable shadowing et hiding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Shadowing : variable locale cache une variable d'instance.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Hiding : variable statique cache une variable statique parente.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x = 20; // shadowing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System.out.println(x); // 20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Q52 : Qu'est-ce qu'une constante et comment la créer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final. Convention : MAJUSCULES.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double PI = 3.14159;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CLASSES INTERNES, BLOCS, ENUM &amp; CONSTRUCTEURS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Q53 : Expliquer enum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spécial représentant un ensemble de constantes.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Jour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LUNDI, MARDI, MERCREDI;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 j = Jour.LUNDI;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System.out.println(j); // LUNDI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Avec attributs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Planete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TERRE(1), MARS(2);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position;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Planete(int p) { this.position = p;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