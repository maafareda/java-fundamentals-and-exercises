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Multithreading &amp; Concurrence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Q71 : Qu'est-ce que le multithreading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Exécution de plusieurs threads en parallèle dans un même processus.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Q72 : Comment créer un thread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Étendre Thread.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Implémenter Runnable.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MonThread extends Thread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run() { System.out.println("Thread");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MonThread().start();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t = new Thread(() -&gt; System.out.println("Runnable"));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t.start();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Q73 : Thread vs Runnable — lequel choisir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est préféré car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Java autorise une seule classe parente.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Meilleure séparation des responsabilités.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Q74 : Que se passe-t-il si on appelle run() au lieu de start()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run() s'exécute dans le thread courant (pas de nouveau thread).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Q75 : Un thread démarré peut-il être redémarré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NON. IllegalThreadStateException.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Q76 : Pourquoi wait(), notify() dans Object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 que tout objet peut être un verrou en Java (moniteurs).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Q77 : Pourquoi wait() doit être dans un bloc synchronized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 éviter les conditions de course et garantir la cohérence.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Q78 : wait() vs sleep()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wait() | sleep()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Libère le verrou | Garde le verrou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Dans Object | Dans Thread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Réveil par notify() | Réveil après temps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Q79 : Méthode join()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 la fin d'un thread.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t.join(); // attend la fin de 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Q80 : Méthode yield()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Indique au scheduler de passer à un autre thread.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Q81 : Mot-clé synchronized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Garantit qu'un seul thread accède à une section critique.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synchronized void increment() { count++; }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Q82 : Synchronisation statique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Verrou sur la classe (Class object).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synchronized void methode() {}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Q83 : Output d'un programme avec méthodes synchronisées imbriquées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thread qui détient le verrou peut appeler une autre méthode synchronisée (réentrance).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Q84 : Programmes synchronized vs static synchronized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synchronized : verrou sur l'instance.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static synchronized : verrou sur la classe.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Q85 : Interface Callable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 Runnable mais retourne un résultat et peut lancer une exception.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Callable&lt;Integer&gt; c = () -&gt; 42;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Future&lt;Integer&gt; f = executor.submit(c);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Q86 : Convertir Runnable en Callable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r = () -&gt; System.out.println("R");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Callable&lt;Void&gt; c = Executors.callable(r);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Q87 : Runnable vs Callable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| Callable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run() | call()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 de retour | Retourne V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 d'exception checked | Peut lancer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Q88 : Executor Framework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 de pool de threads.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ExecutorService ex = Executors.newFixedThreadPool(5);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ex.submit(() -&gt; System.out.println("Tâche"));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ex.shutdown();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: newFixedThreadPool, newCachedThreadPool, newSingleThreadExecutor, newScheduledThreadPool.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Q89 : awaitTermination()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 la fin de toutes les tâches.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ex.awaitTermination(1, TimeUnit.MINUTES);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Q90 : shutdown() vs shutdownNow()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shutdown() : termine les tâches en cours, refuse les nouvelles.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shutdownNow() : tente d'arrêter immédiatement, retourne les tâches non exécutées.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Q91 : CountDownLatch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Permet à un thread d'attendre que N opérations se terminent.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CountDownLatch latch = new CountDownLatch(3);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latch.countDown();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latch.await();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Q92 : CyclicBarrier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Synchronise un groupe de threads à un point de rendez-vous.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CyclicBarrier barrier = new CyclicBarrier(3);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barrier.await();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— MULTITHREADING &amp; CONCURRENCE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Q93 : Classes atomiques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AtomicInteger, AtomicLong, etc. Opérations thread-safe sans synchronisation.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AtomicInteger count = new AtomicInteger(0);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count.incrementAndGet();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