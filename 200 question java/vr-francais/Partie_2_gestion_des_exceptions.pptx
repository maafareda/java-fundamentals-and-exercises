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Exceptions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 : Qu'est-ce qu'une exception et la gestion des exceptions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exception est un événement anormal qui survient pendant l'exécution d'un programme. La gestion des exceptions permet de réagir proprement à ces erreurs.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resultat = 10 / 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(ArithmeticException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System.out.println("Division par zéro !");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System.out.println("Bloc finally exécuté.");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 : Différence entre Error et Exception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Critère | Error |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| Problème grave (JVM) | Problème applicatif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Récupération | Impossible | Possible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Exemples | OutOfMemoryError, StackOverflowError | NullPointerException, IOException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Héritage | Throwable → Error | Throwable → Exception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 : Différents types d'exceptions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Checked (vérifiées à la compilation) : IOException, SQLException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Unchecked (Runtime) : NullPointerException, ArrayIndexOutOfBoundsException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 : OutOfMemoryError, StackOverflowError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Hiérarchie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OutOfMemoryError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StackOverflowError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RuntimeException (Unchecked)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NullPointerException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ArithmeticException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IOException (Checked)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 : Comment se fait la gestion des exceptions en Java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Avec les blocs try, catch, finally, throw, throws.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lireFichier()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(BufferedReader br = new BufferedReader(new FileReader("f.txt")))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System.out.println(br.readLine());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(IOException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System.out.println("Erreur : " + 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e; // propagation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 : Peut-on écrire un try sans catch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OUI, si on utilise try-with-resources ou try-finally.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nettoyage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Mais un try seul sans catch ni finally → erreur de compilation.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 : Comment gérer plusieurs exceptions ensemble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7+ : catch (Exception1 | Exception2 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| SQLException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System.out.println("Erreur : " + 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 : Quand le bloc finally ne s'exécute-t-il pas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System.exit() est appelé.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la JVM plante (crash).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le thread est tué.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une exception infinie se produit avant.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System.exit(0);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System.out.println("Ne s'affiche pas");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 : Différence entre throw et throws + propagation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| throws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 une exception | Déclare qu'une méthode peut lancer une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le corps | Dans la signature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seule exception | Plusieurs possibles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Propagation : Si une méthode ne gère pas l'exception, elle remonte à l'appelant.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methodeA()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IOException("Erreur");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methodeB()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methodeA(); // propagation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 : Gestion des exceptions et redéfinition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Une méthode redéfinie ne peut pas lancer des exceptions checked plus larges que la méthode parente.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Elle peut lancer des exceptions plus spécifiques ou aucune.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afficher() throws IOException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Enfant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afficher() throws FileNotFoundException {} // OK (plus spécifique)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 : Programmes avec return et finally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finally s'exécute même après un return.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test()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System.out.println("Finally exécuté");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 Finally exécuté, puis retourne 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: Si finally a un return, il écrase celui du try.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 : Comment créer sa propre exception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MonException extends 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MonException(String message)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super(message);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Utilisation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MonException("Erreur personnalisée");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 : Comment créer une exception checked / unchecked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Checked : hérite de 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Unchecked : hérite de RuntimeException.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CheckedException extends Exception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UncheckedException extends RuntimeException {}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 : Que se passe-t-il si on lance une exception depuis finally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L'exception du finally remplace celle du try. C'est une mauvaise pratique.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RuntimeException("B"); // B sera lancée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 : Output d'un programme try-catch-finally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System.out.println(test());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test()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2;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 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GESTION DES EXCEPTIONS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 : Expliquer try-with-resources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Permet de fermer automatiquement les ressources qui implémentent AutoCloseable.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(BufferedReader br = new BufferedReader(new FileReader("f.txt")))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System.out.println(br.readLine());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e.printStackTrace();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br.close() appelé automatiquement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