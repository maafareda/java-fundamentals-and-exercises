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MVC &amp; REST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Q125 : Flux Spring MVC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DispatcherServlet reçoit la requête.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HandlerMapping trouve le contrôleur.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Controller traite.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ViewResolver résout la vue.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Réponse renvoyée.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Q126 : &lt;context:annotation-config&gt; vs &lt;context:component-scan&gt;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annotation-config : active les annotations sur les beans existants.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component-scan : scanne et enregistre les beans.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Q139 : Annotations stéréotypes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@Component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@Controller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@Service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@Repository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Q140 : Différence entre @Component, @Controller, @Service, @Repository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Toutes créent un bean. Les autres sont des spécialisations pour la clarté.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Q141 : @Controller vs @RestController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 = @Controller + @ResponseBody.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Q142 : @RequestMapping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Mappe une URL à une méthode.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@RequestMapping("/api")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ApiController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@RequestMapping("/users")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List&lt;User&gt; getUsers() { ...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Q143 : Définir un endpoint GET/POST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@GetMapping("/users")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List&lt;User&gt; get() { ...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@PostMapping("/users")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User create(@RequestBody User u) { ... 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Q144 : Lier JSON à un POJO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@RequestBody.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Q145 : @Qualifier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 l'ambiguïté entre plusieurs beans.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@Autowired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@Qualifier("mysqlDataSource")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DataSource ds;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Q147 : @ControllerAdvice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 globale des exceptions.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@ControllerAdvice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GlobalExceptionHandler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@ExceptionHandler(Exception.class)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ResponseEntity&lt;String&gt; handle(Exception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ResponseEntity.status(500).body(e.getMessage());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Q151 : RestTemplate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HTTP synchrone.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RestTemplate rt = new RestTemplate();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result = rt.getForObject("https://api.com", String.class);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Q157 : SOAP vs REST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 | REST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 | JSON/XML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Protocole | Style architectural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WSDL | OpenAPI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Q158 : API RESTful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respectant les principes REST : stateless, ressources, méthodes HTTP.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