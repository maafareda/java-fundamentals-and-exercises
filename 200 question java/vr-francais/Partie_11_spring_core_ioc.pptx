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Core &amp; IoC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Q115 : Qu'est-ce que l'injection de dépendances (DI)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fournit les dépendances au lieu de les créer manuellement.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ServiceA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@Autowired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RepositoryB repo;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Q116 : Types d'injection de dépendances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Constructeur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Setter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Champ (field)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Q117 : Constructeur vs Setter injection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Constructeur | Setter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Obligatoire | Optionnel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Immuable | Modifiable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Recommandé | Pour options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Q118 : @Autowired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 automatiquement une dépendance.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UserService userService;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Q119 : BeanFactory vs ApplicationContext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BeanFactory | ApplicationContext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Basique | Avancé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 | Eager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 d'AOP | AOP, events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Q120 : Cycle de vie d'un bean Spring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Instanciation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Injection des dépendances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@PostConstruct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afterPropertiesSet()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Utilisation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@PreDestroy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destroy()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Q121 : Scopes d'un bean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singleton (défaut)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prototype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request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session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application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websocket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Q122 : Scope par défaut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Singleton.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Q123 : Prototype dans Singleton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prototype est injecté une seule fois (au démarrage). Les appels suivants réutilisent la même instance.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11 — SPRING CORE &amp; IOC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Q124 : Comment injecter un prototype dans un singleton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Utiliser @Lookup ou ObjectFactory.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@Lookup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PrototypeBean getPrototypeBean() { return null; 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