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960120"/>
            <a:ext cx="1463040" cy="14630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67528" y="960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 de la POO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937760" y="4224528"/>
            <a:ext cx="2286000" cy="0"/>
          </a:xfrm>
          <a:prstGeom prst="line">
            <a:avLst/>
          </a:prstGeom>
          <a:noFill/>
          <a:ln w="12700">
            <a:solidFill>
              <a:srgbClr val="8D6E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3708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8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Piliers  •  Classes abstraites  •  Interfaces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révision — EHEI Oujda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: Quels sont les 4 piliers de la POO 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10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données et méthodes dans une classe ; masquer les détails (private) et exposer un accès via getters/setters.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⇪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10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514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fille dérive d'une classe mère : réutilisation du code et hiérarchies de classes.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adopte plusieurs formes : surcharge (overloading) et redéfinition (overriding).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5EDE3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463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montrer que l'essentiel, cacher la complexité : classes abstraites et interfaces.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: Qu'est-ce qu'une classe abstraite 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instanciée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faire new Vehicule().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de modèle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commune pour des sous-classes.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 de méthodes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concrètes (avec code) et méthodes abstract (sans corps), à implémenter par les sous-classes.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160020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2B1B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72200" y="17830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Vehicule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marque;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Vehicule(String marque)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this.marque = marque;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methode concrete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demarrer()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System.out.println(marque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" demarre.");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methode abstraite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abstract void getNbRoues();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: Est-ce qu'une classe abstraite a un constructeur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5ED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non instanciable, la classe abstraite peut définir un constructeur, appelé via super() par ses sous-classes.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sert à initialiser les attributs définis dans la classe abstraite elle-même, avant que le constructeur de la sous-classe ne continue.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aucun constructeur n'est défini, Java en fournit un par défaut.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2B1B1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7373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Forme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x, y;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Forme(int x, int y)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this.x = x; this.y = y;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"Constructeur Forme");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Cercle extends Forme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Cercle(int x, int y)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super(x, y); // appel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"Constructeur Cercle");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: Qu'est-ce qu'une interface 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méthodes qu'une classe s'engage à implémenter.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Java 8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des méthodes abstraites et des constantes (public static final). Aucun état (pas d'attributs d'instance).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multiple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peut implémenter plusieurs interfaces : contourne l'absence d'héritage multiple de classes.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160020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2B1B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7220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Volant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public abstract par defaut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voler();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Oiseau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implements Volant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voler()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"L'oiseau vole.");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 : Différence entre classe abstraite et interface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abstraite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Attributs d'instance (état)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Constantes public static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Concrètes + abstraites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Abstraites (default/static dès Java 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Héritage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: une seule classe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: plusieurs interfaces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/ protected / public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par défaut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 : Que choisir – interface ou classe abstraite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5EDE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abstraite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qui partagent un état commun ou un comportement de base, et sont fortement liées.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Vehicule → Voiture, Moto.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factoriser le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3E2723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146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(contrat) partagé par des classes non liées, de hiérarchies différentes.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Volant → Avion, Oiseau.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à privilégier pour le polymorphisme flexible.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 : Pourquoi Java 8 a-t-il introduit les méthodes default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822960" cy="8229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783080"/>
            <a:ext cx="9966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évoluer les API sans casser le code existant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Java 8, ajouter une méthode à une interface obligeait toutes les classes qui l'implémentaient à la redéfinir — impossible pour des API très utilisées (ex. Collection).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default fournit une implémentation par défaut : le code existant continue de fonctionner sans modification.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 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l'ajout de stream() à l'interface Collection.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 : Pourquoi Java 8 a-t-il introduit les méthodes static dans les interfaces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2057400"/>
            <a:ext cx="822960" cy="8229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965960"/>
            <a:ext cx="9966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des méthodes utilitaires liées à l'interface, sans classe utilitaire séparée (comme Collections pour Collection).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aux méthodes default, elles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peuvent pas être redéfinies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les classes implémentantes.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2B1B1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:  </a:t>
            </a:r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MonInterface.maMethodeStatique()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 : Pourquoi Java n'autorise-t-il pas l'héritage multiple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"problème du diamant" (Diamond Problem)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51760" y="17373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5176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63040" y="27432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8D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27432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8D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3749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flipH="1">
            <a:off x="2103120" y="2377440"/>
            <a:ext cx="1188720" cy="365760"/>
          </a:xfrm>
          <a:prstGeom prst="line">
            <a:avLst/>
          </a:prstGeom>
          <a:noFill/>
          <a:ln w="19050">
            <a:solidFill>
              <a:srgbClr val="D8C6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377440"/>
            <a:ext cx="1188720" cy="365760"/>
          </a:xfrm>
          <a:prstGeom prst="line">
            <a:avLst/>
          </a:prstGeom>
          <a:noFill/>
          <a:ln w="19050">
            <a:solidFill>
              <a:srgbClr val="D8C6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3383280"/>
            <a:ext cx="1188720" cy="365760"/>
          </a:xfrm>
          <a:prstGeom prst="line">
            <a:avLst/>
          </a:prstGeom>
          <a:noFill/>
          <a:ln w="19050">
            <a:solidFill>
              <a:srgbClr val="D8C6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3291840" y="3383280"/>
            <a:ext cx="1188720" cy="365760"/>
          </a:xfrm>
          <a:prstGeom prst="line">
            <a:avLst/>
          </a:prstGeom>
          <a:noFill/>
          <a:ln w="19050">
            <a:solidFill>
              <a:srgbClr val="D8C6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 hérite de B et C, qui redéfinissent foo(), le compilateur ne sait pas laquelle appeler.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Java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ne peut hériter (extends) que d'une seule classe : l'ambiguïté est évitée.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L'héritage multiple d'interfaces reste autorisé (pas d'état), mais le diamant peut réapparaître avec les méthodes default — la classe doit alors la redéfinir explicitement.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 : Quelles sont les règles pour la Surcharge et la Redéfinition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5ED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Surcharge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Même classe (ou classe / sous-classe)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Même nom de méthode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Signature différente (nombre / type / ordre des paramètres)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de retour libre (seul, insuffisant)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Résolue à la compilation (liaison statique)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3E27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Redéfinition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3172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 sous-classe et super-classe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 ET signature identiques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de retour covariant (identique ou sous-type)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Visibilité pas plus restrictive (protected → private interdit)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Résolue à l'exécution (liaison dynamique)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 : Peut-on redéfinir une méthode final 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82880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déclarée final ne peut pas être redéfinie (overridden) par une sous-classe.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compilateur génère une erreur si vous tentez de le faire.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B1B1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final void go() {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extends A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go() { }   // erreur de compilation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12 : Les constructeurs et les méthodes privées peuvent-ils être redéfinis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257800" cy="4069080"/>
          </a:xfrm>
          <a:prstGeom prst="roundRect">
            <a:avLst>
              <a:gd name="adj" fmla="val 2247"/>
            </a:avLst>
          </a:prstGeom>
          <a:solidFill>
            <a:srgbClr val="F5EDE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Constructeurs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Non. Ils ne peuvent pas être redéfinis : ils sont propres à leur classe. On parle de surcharge de constructeurs (plusieurs constructeurs dans une même classe), jamais de redéfinition.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4069080"/>
          </a:xfrm>
          <a:prstGeom prst="roundRect">
            <a:avLst>
              <a:gd name="adj" fmla="val 2247"/>
            </a:avLst>
          </a:prstGeom>
          <a:solidFill>
            <a:srgbClr val="3E2723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11680"/>
            <a:ext cx="594360" cy="5943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 private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Non. Elles ne sont pas héritées par la sous-classe : une sous-classe ne peut même pas voir les méthodes private de sa super-classe, donc impossible de les redéfinir.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13 : Que signifie le mot-clé final et où peut-on l'utiliser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Ne peut pas être changé » — s'applique à trois éléments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5EDE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19456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11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non modifiable après initialisation (constante).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2B1B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526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int MAX = 100;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9659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5EDE3"/>
          </a:solidFill>
          <a:ln/>
        </p:spPr>
      </p:sp>
      <p:sp>
        <p:nvSpPr>
          <p:cNvPr id="12" name="Shape 10"/>
          <p:cNvSpPr/>
          <p:nvPr/>
        </p:nvSpPr>
        <p:spPr>
          <a:xfrm>
            <a:off x="5897880" y="219456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redéfinie (overridden) par une sous-classe.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452628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2B1B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4526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final void go() {}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9659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5ED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219456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84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étendue (ex. la classe String).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52628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2B1B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41080" y="4526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final class X {}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46 : Expliquez le mot-clé static en Java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membre appartient à la classe, pas à une instance.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static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copie partagée par toutes les instances.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static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appelable sans objet (Classe.methode()) ; accède seulement aux membres static.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static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une seule fois, au chargement de la classe.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2B1B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72200" y="182880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Compteur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int nb = 0;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Compteur()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nb++;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afficher()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"Instances : " + nb);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Compteur(); new Compteur();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Compteur.afficher(); // 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Fondamentaux POO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2026-09-09T21:23:30Z</dcterms:created>
  <dcterms:modified xsi:type="dcterms:W3CDTF">2026-09-09T21:23:30Z</dcterms:modified>
</cp:coreProperties>
</file>