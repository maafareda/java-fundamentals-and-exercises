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String, StringBuilder &amp; Object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Q29 : Why is String immutable?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Security: Strings are used in network connections, files, etc.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Caching: The String pool saves memory.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Thread-safe: No need for synchronization.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Stable hashCode: Perfect for HashMap keys.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"Hello";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s2 = s1;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s1 + " World"; // new object created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System.out.println(s2); // "Hello" (unchanged)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Q30 : What does String's equals() method do?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compares the content of the strings (character by character).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 = new String("Java");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 = new String("Java");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System.out.println(a.equals(b)); // true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b);      // false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Q31 : Explain StringBuilder and StringBuffer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| StringBuilder | StringBuffer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Thread-safe | No | Yes (synchronized)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| Fast | Slower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| Single-threaded | Multi-threaded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 = new StringBuilder("Hello");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sb.append(" World");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System.out.println(sb); // Hello World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Q32 : Output with StringBuilder's equals()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sb1 = new StringBuilder("Java");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sb2 = new StringBuilder("Java");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System.out.println(sb1.equals(sb2)); // false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has not overridden equals(), so it uses Object's version (reference comparison).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Q33 : When should you use String / StringBuffer / StringBuilder?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String: Constant strings, few modifications.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StringBuilder: Frequent modifications, single-threaded.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StringBuffer: Frequent modifications, multi-threaded.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Q34 : Explain the equals() and hashCode() contract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a.equals(b) → a.hashCode() == b.hashCode().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hashCode() is equal, equals() may be true or false.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override both together.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equals(Object o)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(this == o) return true;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(!(o instanceof Person)) return false;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Person p = (Person) o;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name.equals(p.name);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hashCode()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name.hashCode();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Q40 : Various methods of the Object class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| Description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equals() | Comparison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hashCode() | Hash code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toString() | Text representation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getClass() | Object's class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clone() | Copy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finalize() | Before GC (deprecated)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wait(), notify(), notifyAll() | Synchronization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Q41 : What arguments does System.out.println() accept?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primitive type, String, Object, arrays, etc. Thanks to overloading and String.valueOf().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System.out.println(42);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System.out.println(3.14);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System.out.println(new int[]{1,2,3}); // [I@hash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Q42 : Explain System.out.println()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System: utility class.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out: static PrintStream.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println(): method that prints and moves to a new line.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Q43 : Auto-boxing and Un-boxing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Auto-boxing: primitive → wrapper.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Un-boxing: wrapper → primitive.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i = 10;   // auto-boxing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j = i;        // un-boxing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Trap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a = 127, b = 127;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b); // true (cache)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c = 128, d = 128;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 == d); // false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Q44 : Output of a program (auto-boxing)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i1 = 100;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i2 = 100;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System.out.println(i1 == i2); // true (cache -128 to 127)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Q45 : Can you pass a primitive long into a switch?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switch accepts: byte, short, char, int, String, enum, and their wrappers.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