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Generics &amp; Marker Interface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— GENERICS &amp; MARKER INTERFACE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Q35 : What is a Marker Interface?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interface with no methods, used to mark a class.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Examples: Serializable, Cloneable, Remote.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— GENERICS &amp; MARKER INTERFACE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Q36 : Can you create your own Marker Interface?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Auditable {}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Invoice implements Auditable {}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— GENERICS &amp; MARKER INTERFACE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Q70 : Generics in Java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you to parameterize types.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Box&lt;T&gt;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T content;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set(T t) { this.content = t;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T get() { return content;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Box&lt;String&gt; b = new Box&lt;&gt;();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b.set("Java");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Wildcards: ? extends T, ? super 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