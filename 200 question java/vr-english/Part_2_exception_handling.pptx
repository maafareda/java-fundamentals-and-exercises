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 : What is an exception and what is exception handling?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exception is an abnormal event that occurs during program execution. Exception handling allows a program to react properly to these errors.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10 / 0;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(ArithmeticException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System.out.println("Division by zero!");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System.out.println("Finally block executed.");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 : Difference between Error and Exception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Criterion | Error |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| Serious problem (JVM) | Application-level problem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Recovery | Impossible | Possible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| OutOfMemoryError, StackOverflowError | NullPointerException, IOException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Inheritance | Throwable → Error | Throwable → Exception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 : Different types of exceptions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Checked (verified at compile time): IOException, SQLException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Unchecked (Runtime): NullPointerException, ArrayIndexOutOfBoundsException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Error: OutOfMemoryError, StackOverflowError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Hierarchy: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Throwable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OutOfMemoryError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StackOverflowError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RuntimeException (Unchecked)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NullPointerException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ArithmeticException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IOException (Checked)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Q17 : How is exception handling done in Java?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the try, catch, finally, throw, throws blocks.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readFile()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(BufferedReader br = new BufferedReader(new FileReader("f.txt")))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System.out.println(br.readLine());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(IOException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System.out.println("Error: " + 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e; // propagation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Q18 : Can you write a try without a catch?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YES, if you use try-with-resources or try-finally.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cleanup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 a try alone with no catch and no finally → compilation error.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Q19 : How do you handle several exceptions together?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7+: catch (Exception1 | Exception2 e).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| SQLException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System.out.println("Error: " + 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Q20 : When does the finally block not execute?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System.exit() is called.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the JVM crashes.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the thread is killed.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If an infinite exception occurs before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System.exit(0);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System.out.println("Not displayed");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Q21 : Difference between throw and throws + propagation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| throws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Throws an exception | Declares that a method may throw an exception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body | In the signature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single exception | Several possible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Propagation: If a method doesn't handle the exception, it goes up to the caller.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methodA()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IOException("Error");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methodB() throws IOException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methodA(); // propagation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Q22 : Exception handling and overriding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 overriding method cannot throw broader checked exceptions than the parent method.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It may throw more specific exceptions, or none at all.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throws IOException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Child extends Parent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display() throws FileNotFoundException {} // OK (more specific)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Q23 : Programs with return and finally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 executes even after a return.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test()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System.out.println("Finally executed");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Finally executed, then returns 1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If finally has a return, it overrides the one in try.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Q24 : How do you create your own exception?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MyException extends Exception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MyException(String message)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super(message);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MyException("Custom error");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Q25 : How do you create a checked / unchecked exception?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Checked: extends 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Unchecked: extends RuntimeException.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CheckedException extends Exception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UncheckedException extends RuntimeException {}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Q26 : What happens if you throw an exception from finally?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exception from finally replaces the one from try. This is bad practice.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RuntimeException("A");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RuntimeException("B"); // B will be thrown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Q27 : Output of a try-catch-finally program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Test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System.out.println(test());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int test()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1;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finally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2;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2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EXCEPTION HANDLING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Q28 : Explain try-with-resources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 closes resources that implement AutoCloseable.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(BufferedReader br = new BufferedReader(new FileReader("f.txt")))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System.out.println(br.readLine());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(IOException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e.printStackTrace();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br.close() is called automatically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