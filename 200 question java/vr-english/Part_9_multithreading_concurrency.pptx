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Multithreading &amp; Concurrency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Q71 : What is multithreading?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multiple threads in parallel within the same process.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Q72 : How do you create a thread?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Extend Thread.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Implement Runnable.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MyThread extends Thread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run() { System.out.println("Thread");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MyThread().start();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t = new Thread(() -&gt; System.out.println("Runnable"));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t.start();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Q73 : Thread vs Runnable — which to choose?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 is preferred because: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Java only allows single class inheritance.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Better separation of responsibilities.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Q74 : What happens if you call run() instead of start()?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run() executes in the current thread (no new thread is created).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Q75 : Can a started thread be restarted?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IllegalThreadStateException.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Q76 : Why are wait() and notify() defined in Object?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Because any object can act as a lock (monitor) in Java.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Q77 : Why must wait() be inside a synchronized block?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avoid race conditions and guarantee consistency.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Q78 : wait() vs sleep()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wait() | sleep()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Releases the lock | Keeps the lock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Object | In Thread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Wakes up via notify() | Wakes up after a set time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Q79 : join() method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Waits for a thread to finish.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t.join(); // waits for t to finish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Q80 : yield() method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Tells the scheduler to switch to another thread.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Q81 : synchronized keyword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Ensures only one thread can access a critical section.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synchronized void increment() { count++; }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Q82 : Static synchronization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Locks on the class (Class object).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synchronized void method() {}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Q83 : Output of a program with nested synchronized methods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thread holding the lock can call another synchronized method (reentrancy).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Q84 : synchronized vs static synchronized programs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synchronized: locks on the instance.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static synchronized: locks on the class.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Q85 : Callable interface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Runnable but returns a result and can throw an exception.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Callable&lt;Integer&gt; c = () -&gt; 42;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Future&lt;Integer&gt; f = executor.submit(c);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Q86 : Convert Runnable to Callable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 r = () -&gt; System.out.println("R");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Callable&lt;Void&gt; c = Executors.callable(r);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Q87 : Runnable vs Callable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 | Callable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run() | call()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return value | Returns V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checked exception | Can throw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Q88 : Executor Framework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Manages a pool of threads.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ExecutorService ex = Executors.newFixedThreadPool(5);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ex.submit(() -&gt; System.out.println("Task"));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ex.shutdown();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Types: newFixedThreadPool, newCachedThreadPool, newSingleThreadExecutor, newScheduledThreadPool.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Q89 : awaitTermination()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Waits for all tasks to finish.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ex.awaitTermination(1, TimeUnit.MINUTES);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Q90 : shutdown() vs shutdownNow()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shutdown(): finishes running tasks, rejects new ones.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shutdownNow(): attempts to stop immediately, returns unexecuted tasks.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Q91 : CountDownLatch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Lets a thread wait until N operations have completed.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CountDownLatch latch = new CountDownLatch(3);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latch.countDown();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latch.await();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Q92 : CyclicBarrier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Synchronizes a group of threads at a rendezvous point.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CyclicBarrier barrier = new CyclicBarrier(3);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barrier.await();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MULTITHREADING &amp; CONCURRENCY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Q93 : Atomic classes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AtomicInteger, AtomicLong, etc. Thread-safe operations without synchronization.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AtomicInteger count = new AtomicInteger(0);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count.incrementAndGet();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2026-09-10T07:15:18Z</dcterms:created>
  <dcterms:modified xsi:type="dcterms:W3CDTF">2026-09-10T07:15:18Z</dcterms:modified>
</cp:coreProperties>
</file>