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286000"/>
            <a:ext cx="10543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788920"/>
            <a:ext cx="1054303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Serialization &amp; Clone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206240"/>
            <a:ext cx="10543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question(s)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— SERIALIZATION &amp; CLONE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Q54 : What is Cloneable?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marker interface that allows Object.clone().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Person implements Cloneable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name;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@Override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Object clone() throws CloneNotSupportedException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super.clone();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— SERIALIZATION &amp; CLONE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Q55 : Shallow Copy vs Deep Copy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Shallow: copies the references.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Deep: recursively copies the referenced objects.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Shallow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 p2 = (Person) p1.clone();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Deep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 p2 = new Person(p1.name, new Address(p1.address.street));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— SERIALIZATION &amp; CLONE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Q56 : Serialization and Deserialization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Serialization: converting an object into a byte stream.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Deserialization: reconstructing the object.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Person implements Serializable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name;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Serialization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ObjectOutputStream oos = new ObjectOutputStream(new FileOutputStream("p.ser"));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oos.writeObject(p);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Deserialization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ObjectInputStream ois = new ObjectInputStream(new FileInputStream("p.ser"));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 p = (Person) ois.readObject();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— SERIALIZATION &amp; CLONE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Q57 : What is SerialVersionUID?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version identifier for serialization. If the class changes, deserialization fails if the UID differs.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static final long serialVersionUID = 1L;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— SERIALIZATION &amp; CLONE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Q58 : Serialization with inheritance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If the parent is Serializable, the child is too.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If the parent is not Serializable, it must have a no-argument constructor.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— SERIALIZATION &amp; CLONE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Q59 : How do you prevent serialization?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Mark fields as transient.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Throw NotSerializableException in writeObject().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transient String password;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— SERIALIZATION &amp; CLONE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Q60 : Externalizable interface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Allows manual control of serialization.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Person implements Externalizable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void writeExternal(ObjectOutput out) throws IOException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out.writeUTF(name);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void readExternal(ObjectInput in) throws IOException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name = in.readUTF();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— SERIALIZATION &amp; CLONE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Q61 : Externalizable with inheritance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parent class must have a no-argument constructor.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— SERIALIZATION &amp; CLONE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Q62 : Difference between Serializable and Externalizable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Serializable | Externalizable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Automatic | Manual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Uses reflection | No reflection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Slower | Faster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transient handled | Not handled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2026-09-10T07:15:18Z</dcterms:created>
  <dcterms:modified xsi:type="dcterms:W3CDTF">2026-09-10T07:15:18Z</dcterms:modified>
</cp:coreProperties>
</file>