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17 — MAVEN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Q184 : What is Maven?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build tool and dependency manager.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17 — MAVEN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Q185 : pom.xml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Maven's configuration file.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&lt;groupId&gt;com.app&lt;/groupId&gt;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&lt;artifactId&gt;my-app&lt;/artifactId&gt;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&lt;version&gt;1.0&lt;/version&gt;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&lt;/project&gt;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17 — MAVEN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Q186 : Local repo vs Central repo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Local: ~/.m2/repository.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Central: online repository.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17 — MAVEN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Q187 : Where do you define the local repo?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settings.xml: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&lt;localRepository&gt;/path/to/repo&lt;/localRepository&gt;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17 — MAVEN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Q188 : Maven proxy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settings.xml: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&lt;proxies&gt;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&lt;proxy&gt;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&lt;host&gt;proxy.com&lt;/host&gt;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&lt;port&gt;8080&lt;/port&gt;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&lt;/proxy&gt;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&lt;/proxies&gt;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17 — MAVEN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Q189 : Maven lifecycle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validate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compile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test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package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verify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install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deploy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2026-09-10T07:15:19Z</dcterms:created>
  <dcterms:modified xsi:type="dcterms:W3CDTF">2026-09-10T07:15:19Z</dcterms:modified>
</cp:coreProperties>
</file>