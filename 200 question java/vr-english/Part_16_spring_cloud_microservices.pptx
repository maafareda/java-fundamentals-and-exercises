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Cloud &amp; Microservices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Q114 : Monolith vs Microservices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| Microservices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app | Several services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deployment | Independent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scalability | Targeted scalability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Q161 : CommandLineRunner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code at startup.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CommandLineRunner run()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args -&gt; System.out.println("Started");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Q162 : Eureka Naming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discovery.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@EnableEurekaServer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EurekaServer { 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Q163 : Zuul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 (deprecated, replaced by Spring Cloud Gateway).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Q164 : Zipkin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tracing.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— SPRING CLOUD &amp; MICROSERVICES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Q165 : Hystrix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 breaker (in maintenance mode, replaced by Resilience4j).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2026-09-10T07:15:19Z</dcterms:created>
  <dcterms:modified xsi:type="dcterms:W3CDTF">2026-09-10T07:15:19Z</dcterms:modified>
</cp:coreProperties>
</file>