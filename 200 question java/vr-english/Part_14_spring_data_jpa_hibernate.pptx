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Data JPA &amp; Hibernate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Q152 : Spring Data JPA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abstraction layer on top of JPA that simplifies data access.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UserRepository extends JpaRepository&lt;User, Long&gt;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List&lt;User&gt; findByName(String name);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Q153 : JpaRepository vs CrudRepository vs PagingAndSortingRepository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CrudRepository: basic CRUD.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PagingAndSortingRepository: + pagination/sorting.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JpaRepository: + JPA-specific features (flush, batch).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Q166 : JPA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specification for persistence.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Q167 : Hibernate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implementation of JPA.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Q168 : JPA vs Hibernate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 | Hibernate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Specification | Implementation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javax.persistence | org.hibernate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Q169 : @Entity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a class as a JPA entity.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User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@Id @GeneratedValue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Long id;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Q170 : Naming a table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@Table(name = "users")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User { ... 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Q171 : @Id, @GeneratedValue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@GeneratedValue(strategy = GenerationType.IDENTITY)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Long id;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Q172 : Custom sequence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@GeneratedValue(strategy = GenerationType.SEQUENCE, generator = "my_seq")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@SequenceGenerator(name = "my_seq", sequenceName = "SEQ_USER", allocationSize = 1)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Q173 : Naming columns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@Column(name = "full_name")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name;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Q174 : @OneToMany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@OneToMany(mappedBy = "user", cascade = CascadeType.ALL)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List&lt;Order&gt; orders;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Q175 : JPA annotations vs Hibernate annotations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portability: use javax.persistence rather than org.hibernate.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Q176 : get() vs load()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get(): returns null if not found.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load(): throws ObjectNotFoundException (proxy).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Q177 : save(), saveOrUpdate(), persist()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save(): returns the ID.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saveOrUpdate(): save or update.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persist(): returns nothing, no immediate update.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Q178 : Session and SessionFactory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SessionFactory: one per database.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Session: one per unit of work.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Q179 : Level 1 and level 2 cache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Level 1: per session (enabled by default).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Level 2: shared across sessions (configurable).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Q180 : session.flush()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 synchronization with the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Q181 : Viewing SQL queries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spring.jpa.show-sql=true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Q182 : Hibernate dialect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Tells Hibernate which target DBMS to use.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spring.jpa.database-platform=org.hibernate.dialect.MySQL8Dialect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Q183 : hibernate.hbm2ddl.auto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create: recreates the schema on every startup.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update: updates it.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validate: checks it.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none: does nothing.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2026-09-10T07:15:19Z</dcterms:created>
  <dcterms:modified xsi:type="dcterms:W3CDTF">2026-09-10T07:15:19Z</dcterms:modified>
</cp:coreProperties>
</file>