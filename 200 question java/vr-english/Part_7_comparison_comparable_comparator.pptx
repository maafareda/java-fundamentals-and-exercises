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(Comparable/Comparator)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COMPARISON (COMPARABLE/COMPARATOR)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Q37 : Comparable and Comparator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Comparable: natural order, compareTo().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Comparator: custom order, compare().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implements Comparable&lt;Person&gt;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compareTo(Person p) { return this.age - p.age;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Comparator&lt;Person&gt; byName = (p1, p2) -&gt; p1.name.compareTo(p2.name);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COMPARISON (COMPARABLE/COMPARATOR)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Q38 : Sort employees by name then 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Comparator&lt;Employee&gt; comp = Comparator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.comparing(Employee::getName)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.thenComparing(Employee::getAge);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employees.sort(comp);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COMPARISON (COMPARABLE/COMPARATOR)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Q39 : Difference between Comparable and Comparator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Comparable | Comparator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compareTo() | compare()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 order | Custom order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Modifies the class | External class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Collections.sort(list) | Collections.sort(list, comp)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