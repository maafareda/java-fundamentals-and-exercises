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Fundamentals (Pillars, classes, interfaces)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: What are the 4 pillars of OOP?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4 pillars of Object-Oriented Programming are: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Encapsulation: Hiding a class's internal data and exposing only what is necessary through public methods.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Inheritance: A child class inherits properties and methods from a parent class.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Polymorphism: The ability of an object to take multiple forms (overloading and overriding).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Abstraction: Hiding complex details and showing only the essentials (abstract classes and interfaces).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balance; // hidden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getBalance() { return balance;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deposit(double amount)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(amount &gt; 0) balance += amount;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Inheritance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SavingsAccount extends BankAccount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interestRate;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Polymorphism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 c = new SavingsAccount(); // parent reference, child object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Abstraction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Shape {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double calculateArea();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: What is an abstract class?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abstract class is a class that cannot be instantiated. It serves as a blueprint for other classes. It can contain: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Abstract methods (no body)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Concrete methods (with a body)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Fields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Constructors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Animal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Animal(String name) { this.name = name;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void makeSound(); // abstract method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sleep() {       // concrete method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" is sleeping.");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Dog(String name) { super(name);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makeSound()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" barks: Woof!");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new Dog("Rex");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a.makeSound(); // Rex barks: Woof!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a.sleep();     // Rex is sleeping.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: Does an abstract class have a constructor?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YES. An abstract class can have a constructor. It is called via super() by the child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Why? Because even though you can't do new Animal(), the child class still needs to initialize inherited fields.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Animal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Animal(String name)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System.out.println("Animal constructor called");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Dog(String name)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super(name); // mandatory call to the parent constructor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System.out.println("Dog constructor called");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Dog("Rex");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Animal constructor called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Dog constructor called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: What is an Interface?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interface is a contract that classes must follow. It only contains: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Abstract methods (before Java 8)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default and static methods (since Java 8)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Constants (public static final)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Vehicle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start();          // abstract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void honk() {  // default (Java 8+)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System.out.println("Beep beep!");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implements Vehicle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start()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System.out.println("The car starts.");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v = new Car();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v.start(); // The car starts.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v.honk();  // Beep beep!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: Difference between an abstract class and an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| Abstract Class | Interface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Instantiation | No | No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| Yes | No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inheritance | No (only one class) | Yes (several interfaces)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| Any type | public static final only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| Abstract + concrete | Abstract + default + static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| extends | implements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to use | "is-a" relationship + shared code | "can-do" capability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 : Which to choose — interface or abstract class?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Interface: When you define a behavior that several unrelated classes can implement. E.g.: Comparable, Runnable.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class: When you have a strong hierarchical relationship and want to share common code. E.g.: Animal → Dog, Cat.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 rule: If you need to share code → abstract class. If you want to define a contract →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 : Why did Java 8 introduce default methods?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allow interfaces to evolve without breaking existing classes. Before Java 8, if a method was added to an interface, every implementing class had to override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Collection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add(Object o);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Java 8: default method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boolean isEmpty()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size() == 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size();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 classes don't need to re-implement isEmpty().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: Why did Java 8 introduce static methods in interfaces?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allow creating utility methods related to the interface, without creating a separate utility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MathUtils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square(int x)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* x;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 = MathUtils.square(5); // 25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 : Why doesn't Java allow multiple inheritance?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avoid the diamond problem: if a class inherits from two classes that have the same method, which one should it choose?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Problematic 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 { void display() { System.out.println("A"); }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 { void display() { System.out.println("B"); }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 C extends A, B {} // Impossible in Java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allows multiple inheritance of interfaces because conflicts are resolved by the class itself.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 : Rules of overloading and overriding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Overloading — Same class, same name, different parameters: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Calculation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add(int a, int b) { return a + b;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add(double a, double b) { return a + b;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add(int a, int b, int c) { return a + b + c;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Overriding — Child class, same signature: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{ System.out.println("Parent");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{ System.out.println("Child");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Overriding rules: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Same name, same parameters, same return type (or subtype).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Visibility cannot be reduced.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Cannot throw broader checked exceptions.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final, static, private methods cannot be overridden.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 : Can a final method be overridden?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A final method cannot be overridden.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void display() { System.out.println("Parent");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void display() {} // Compilation 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 : Can constructors and private methods be overridden?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Constructors: NO. They are not inherited, so they cannot be overridden.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methods: NO. They are not visible in the child class, so there's no overriding (this is called "hiding").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 : What is the final keyword and where is it used?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means "cannot be changed".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| Effect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| Constant value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| Cannot be overridden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| Cannot be inherited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Constant { } // Cannot be inherited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int MAX = 100; // constant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void display() { } // cannot be overridden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OOP FUNDAMENTALS (PILLARS, CLASSES, INTERFACES)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Q46 : Explain the static keyword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means the member belongs to the class rather than to an instance.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variable: shared by all instances.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method: called without creating an object.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block: executed once when the class is loaded.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Static nested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total = 0; // shared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Counter() { total++;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showTotal()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System.out.println("Total: " + total);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Counter(); new Counter();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Counter.showTotal(); // Total: 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