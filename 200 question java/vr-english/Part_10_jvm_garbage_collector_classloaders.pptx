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286000"/>
            <a:ext cx="10543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88920"/>
            <a:ext cx="105430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JVM, Garbage Collector, Classloaders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206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question(s)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— JVM, GARBAGE COLLECTOR, CLASSLOADERS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Q63 : How do you make a class immutable?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final on the class.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private final fields.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 setters.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Defensive copies for mutable objects.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final class Person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final String name;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Person(String name) { this.name = name;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String getName() { return name;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— JVM, GARBAGE COLLECTOR, CLASSLOADERS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Q64 : Classloaders in Java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 classes into memory.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Bootstrap: core classes (java.lang).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Extension: ext directory.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Application: classpath.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Parent delegation: a classloader asks its parent before loading a class itself.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— JVM, GARBAGE COLLECTOR, CLASSLOADERS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Q65 : Singleton Design Pattern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single instance across the whole JVM.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Singleton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static final Singleton INSTANCE = new Singleton();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Singleton() {}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Singleton getInstance() { return INSTANCE; }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— JVM, GARBAGE COLLECTOR, CLASSLOADERS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Q66 : How do you break a Singleton, and how do you prevent it?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Ways to break it: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Reflection → use an enum.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Serialization → readResolve().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Cloning → prevent Cloneable.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Multi-threading → synchronized or enum.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enum Singleton {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INSTANCE;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— JVM, GARBAGE COLLECTOR, CLASSLOADERS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Q67 : Design patterns used in a project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Singleton, Factory, Builder, Observer, Strategy, Decorator, Proxy, MVC, DAO.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— JVM, GARBAGE COLLECTOR, CLASSLOADERS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Q68 : volatile keyword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Guarantees the visibility of changes across threads.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volatile boolean flag = false;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E7B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10 — JVM, GARBAGE COLLECTOR, CLASSLOADERS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11274552" cy="74980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Q69 : Garbage Collection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11274552" cy="5257800"/>
          </a:xfrm>
          <a:prstGeom prst="rect">
            <a:avLst/>
          </a:prstGeom>
          <a:solidFill>
            <a:srgbClr val="F2F4F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0817352" cy="5074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Automatic memory reclamation.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Types: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Serial GC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Parallel GC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CMS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G1GC (default since Java 9+)</a:t>
            </a:r>
            <a:endParaRPr lang="en-US" sz="13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1B1F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ZGC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2026-09-10T07:15:18Z</dcterms:created>
  <dcterms:modified xsi:type="dcterms:W3CDTF">2026-09-10T07:15:18Z</dcterms:modified>
</cp:coreProperties>
</file>