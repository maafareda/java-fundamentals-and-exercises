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Miscellaneous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18 — MISCELLANEOUS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Q146 : @Transactional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Manages transactions.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transfer(Account a, Account b, double amount) { ... 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18 — MISCELLANEOUS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Q148 : @Bean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Manually declares a bean.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DataSource dataSource() { ... 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18 — MISCELLANEOUS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Q149 : @Component vs @Bean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 | @Bean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the class | On a method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 scanning | Manual declaration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18 — MISCELLANEOUS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Q159 : Stateless object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object with no state (no mutable fields). REST services are stateless.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18 — MISCELLANEOUS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Q160 : Web Server vs Application Server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Server | Application Server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HTTP | Business logic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Apache, Nginx | Tomcat, JBoss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2026-09-10T07:15:19Z</dcterms:created>
  <dcterms:modified xsi:type="dcterms:W3CDTF">2026-09-10T07:15:19Z</dcterms:modified>
</cp:coreProperties>
</file>