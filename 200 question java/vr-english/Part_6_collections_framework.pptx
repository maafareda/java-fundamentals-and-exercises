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Framework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Q94 : What is the Collection Framework?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set of classes and interfaces for storing and manipulating groups of objects.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Iterable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Collection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List (ArrayList, LinkedList)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Set (HashSet, TreeSet)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Queue (PriorityQueue)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 (HashMap, TreeMap) — not part of Collection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Q95 : What is Collections?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utility class with static methods (sort, reverse, synchronizedList).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Collections.sort(list);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Collections.reverse(list);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Q96 : What is ArrayList?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resizable dynamic array.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ArrayList&lt;String&gt; list = new ArrayList&lt;&gt;();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list.add("A");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list.get(0);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Q97 : Default size of ArrayList?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(initial capacity).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Q98 : Internal data structure of ArrayList?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array (Object[]).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Q99 : How does add() work and how does ArrayList grow?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Adding at the end: amortized O(1).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If full: new capacity = old capacity * 1.5 + 1.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Q100 : How do you make an ArrayList immutable?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immutable = Collections.unmodifiableList(list);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immutable2 = List.of("A", "B");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Q101 : What is a LinkedList?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doubly linked list. Fast for insertion/removal, slow for access.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Q102 : When to use ArrayList vs LinkedList?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ArrayList: frequent access by index.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LinkedList: frequent insertions/removals at the beginning/middle.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Q103 : What is a HashMap?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key-value structure based on hashing.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HashMap&lt;String, Integer&gt; map = new HashMap&lt;&gt;();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map.put("A", 1);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map.get("A"); // 1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Q104 : How put() and get() work internally + collisions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put(): computes hashCode(), finds the bucket, stores the value.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get(): same computation, retrieves the value.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Collision: two keys in the same bucket → linked list (or red-black tree since Java 8 if &gt; 8 elements).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Q105 : equals() and hashCode() scenarios in a HashMap with a custom key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equals() and hashCode() aren't overridden, the keys won't work correctly.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Key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value;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 public boolean equals(Object o) { ...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 public int hashCode() { return value.hashCode();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Q106 : How do you synchronize a HashMap?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Map&lt;String, Integer&gt; syncMap = Collections.synchronizedMap(new HashMap&lt;&gt;());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Q107 : What is a ConcurrentHashMap?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thread-safe version of HashMap, more performant than synchronizedMap (segment-level locking).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Q108 : HashSet and its internal workings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HashSet uses a HashMap internally. The elements are the keys, and the values are a constant placeholder object.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Q109 : TreeMap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Map sorted by keys (natural order or Comparator).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TreeMap&lt;String, Integer&gt; map = new TreeMap&lt;&gt;();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map.put("B", 2); map.put("A", 1);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Order: A, B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Q110 : TreeSet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sorted Set, based on TreeMap.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Q111 : Fail-fast vs Fail-safe iterators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Fail-fast: throws ConcurrentModificationException if modified during iteration (ArrayList).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Fail-safe: works on a copy (ConcurrentHashMap).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Q112 : Iterator vs ListIterator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Iterator | ListIterator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 traversal | Forward + backward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index | nextIndex(), previousIndex()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add | add()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COLLECTIONS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Q113 : Iterator.remove() vs Collection.remove()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Iterator.remove(): safe during iteration.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Collection.remove(): throws ConcurrentModificationException.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2026-09-10T07:15:18Z</dcterms:created>
  <dcterms:modified xsi:type="dcterms:W3CDTF">2026-09-10T07:15:18Z</dcterms:modified>
</cp:coreProperties>
</file>