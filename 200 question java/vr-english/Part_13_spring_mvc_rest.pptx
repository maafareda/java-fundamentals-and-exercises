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MVC &amp; REST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Q125 : Spring MVC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DispatcherServlet receives the request.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HandlerMapping finds the controller.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Controller processes it.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ViewResolver resolves the view.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Response is returned.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Q126 : &lt;context:annotation-config&gt; vs &lt;context:component-scan&gt;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annotation-config: activates annotations on existing beans.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component-scan: scans and registers beans.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Q139 : Stereotype annotations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@Component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@Controller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@Service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@Repository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Q140 : Difference between @Component, @Controller, @Service, @Repository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create a bean. The others are specializations added for clarity.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Q141 : @Controller vs @RestController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 = @Controller + @ResponseBody.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Q142 : @RequestMapping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 a URL to a method.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@RequestMapping("/api")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ApiController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@RequestMapping("/users")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List&lt;User&gt; getUsers() { ...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Q143 : Defining a GET/POST endpoint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@GetMapping("/users")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List&lt;User&gt; get() { ...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@PostMapping("/users")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User create(@RequestBody User u) { ... }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Q144 : Binding JSON to a POJO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Q145 : @Qualifier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Resolves ambiguity between multiple beans.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@Autowired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@Qualifier("mysqlDataSource")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DataSource ds;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Q147 : @ControllerAdvice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exception handling.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@ControllerAdvice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GlobalExceptionHandler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@ExceptionHandler(Exception.class)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ResponseEntity&lt;String&gt; handle(Exception e)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ResponseEntity.status(500).body(e.getMessage());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Q151 : RestTemplate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Synchronous HTTP client.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RestTemplate rt = new RestTemplate();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result = rt.getForObject("https://api.com", String.class);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Q157 : SOAP vs REST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 | REST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 | JSON/XML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| Architectural style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WSDL | OpenAPI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— SPRING MVC &amp; REST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Q158 : RESTful API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 API that follows REST principles: stateless, resources, HTTP methods.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