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Q127 : Spring vs Spring Boot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| Spring Boot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configuration | Auto-configuration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XML/Java config | Annotations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server | Embedded server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Q128 : Auto-configuration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automatically configures beans based on the dependencies present.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Q129 : Starters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Pre-configured dependencies.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&lt;artifactId&gt;spring-boot-starter-web&lt;/artifactId&gt;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Q130 : @SpringBootApplication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Combines @Configuration, @EnableAutoConfiguration, @ComponentScan.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Q131 : Entry point of a Spring Boot app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main() method with SpringApplication.run().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App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SpringApplication.run(App.class, args);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Q132 : Excluding auto-configuration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@SpringBootApplication(exclude = {DataSourceAutoConfiguration.class})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Q133 : Autowiring a class outside the package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@ComponentScan(basePackages = "com.other").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Q134 : application.properties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 file.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server.port=8081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spring.datasource.url=jdbc:mysql://localhost:3306/db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Q135 : Configuring the port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server.port=9090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Q136 : Automatic reload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DevTools.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&lt;artifactId&gt;spring-boot-devtools&lt;/artifactId&gt;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Q137 : Default embedded server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Tomcat. To change it: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&lt;artifactId&gt;spring-boot-starter-web&lt;/artifactId&gt;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&lt;exclusions&gt;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&lt;exclusion&gt;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&lt;artifactId&gt;spring-boot-starter-tomcat&lt;/artifactId&gt;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&lt;/exclusion&gt;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&lt;/exclusions&gt;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&lt;artifactId&gt;spring-boot-starter-jetty&lt;/artifactId&gt;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Q138 : Where do you put HTML/JS?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src/main/resources/static/.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— SPRING BOOT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Q150 : Profiling in Spring Boot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@Profile and spring.profiles.active.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@Profile("dev")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DataSource devDataSource() { ... 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