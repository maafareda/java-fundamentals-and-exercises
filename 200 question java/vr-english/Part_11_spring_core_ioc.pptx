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88920"/>
            <a:ext cx="105430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Core &amp; IoC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question(s)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11 — SPRING CORE &amp; IOC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Q115 : What is dependency injection (DI)?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 supplies dependencies instead of the class creating them itself.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@Service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ServiceA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@Autowired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RepositoryB repo;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11 — SPRING CORE &amp; IOC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Q116 : Types of dependency injection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Constructor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Setter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Field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11 — SPRING CORE &amp; IOC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Q117 : Constructor vs Setter injection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Constructor | Setter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Mandatory | Optional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Immutable | Modifiable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Recommended | For optional dependencies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11 — SPRING CORE &amp; IOC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Q118 : @Autowired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Automatically injects a dependency.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@Autowired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UserService userService;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11 — SPRING CORE &amp; IOC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Q119 : BeanFactory vs ApplicationContext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BeanFactory | ApplicationContext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Basic | Advanced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Lazy | Eager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AOP | AOP, events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11 — SPRING CORE &amp; IOC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Q120 : Lifecycle of a Spring bean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Instantiation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Dependency injection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@PostConstruct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afterPropertiesSet()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Usage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 @PreDestroy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 destroy()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11 — SPRING CORE &amp; IOC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Q121 : Bean scopes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singleton (default)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prototype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request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session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application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websocket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11 — SPRING CORE &amp; IOC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Q122 : Default scope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Singleton.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11 — SPRING CORE &amp; IOC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Q123 : Prototype inside a Singleton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prototype is injected only once (at startup). Subsequent calls reuse the same instance.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11 — SPRING CORE &amp; IOC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Q124 : How do you inject a prototype into a singleton?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@Lookup or ObjectFactory.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@Lookup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PrototypeBean getPrototypeBean() { return null; }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2026-09-10T07:15:18Z</dcterms:created>
  <dcterms:modified xsi:type="dcterms:W3CDTF">2026-09-10T07:15:18Z</dcterms:modified>
</cp:coreProperties>
</file>