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classes, blocks, enum &amp; constructors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INNER CLASSES, BLOCKS, ENUM &amp; CONSTRUCTORS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Q47 : What is an inner class? Types?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class defined inside another class.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Member (non-static)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Static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Local (inside a method)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Anonymous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Outer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Inner {}          // member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class StaticInner {} // static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INNER CLASSES, BLOCKS, ENUM &amp; CONSTRUCTORS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Q48 : What is constructor chaining?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Calling one constructor from another using this() or super().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 int age;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Person() { this("Unknown");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Person(String name) { this(name, 0);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Person(String name, int age)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= name; this.age = age;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INNER CLASSES, BLOCKS, ENUM &amp; CONSTRUCTORS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Q49 : What is an initialization block (init block)?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block executed before the constructor, every time an object is created.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System.out.println("Init block");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Test() { System.out.println("Constructor");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Test();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 block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INNER CLASSES, BLOCKS, ENUM &amp; CONSTRUCTORS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Q50 : What executes first: the constructor or the init block?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init block executes before the constructor.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Order: static block → init block → constructor.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INNER CLASSES, BLOCKS, ENUM &amp; CONSTRUCTORS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Q51 : Variable shadowing and hiding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Shadowing: a local variable hides an instance variable.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Hiding: a static variable hides a parent's static variable.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10;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m()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x = 20; // shadowing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System.out.println(x); // 20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INNER CLASSES, BLOCKS, ENUM &amp; CONSTRUCTORS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Q52 : What is a constant and how do you create one?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final. Convention: UPPERCASE.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final double PI = 3.14159;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INNER CLASSES, BLOCKS, ENUM &amp; CONSTRUCTORS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Q53 : Explain enum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special type representing a fixed set of constants.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Day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MONDAY, TUESDAY, WEDNESDAY;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d = Day.MONDAY;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System.out.println(d); // MONDAY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attributes: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Planet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EARTH(1), MARS(2);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position;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Planet(int p) { this.position = p;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