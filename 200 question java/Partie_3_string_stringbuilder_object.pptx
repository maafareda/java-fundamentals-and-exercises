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String, StringBuilder &amp; Object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Q29 : Pourquoi String est immuable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Sécurité : Les chaînes sont utilisées dans les connexions réseau, fichiers, etc.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Cache : Le pool de chaînes (String pool) économise de la mémoire.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Thread-safe : Pas besoin de synchronisation.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HashCode stable : Parfait pour les clés de HashMap.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s1 = "Hello";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s2 = s1;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= s1 + " World"; // nouvel objet créé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System.out.println(s2); // "Hello" (inchangé)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Q30 : Que fait la méthode equals() de String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Elle compare le contenu des chaînes (caractère par caractère).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a = new String("Java");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b = new String("Java");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System.out.println(a.equals(b)); // true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 == b);      // false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Q31 : Expliquer StringBuilder et StringBuffer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Critère | StringBuilder | StringBuffer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Thread-safe | Non | Oui (synchronized)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 | Rapide | Plus lent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 | Mono-thread | Multi-thread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StringBuilder sb = new StringBuilder("Hello");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sb.append(" World");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System.out.println(sb); // Hello World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Q32 : Output avec equals() de StringBuilder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StringBuilder sb1 = new StringBuilder("Java");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StringBuilder sb2 = new StringBuilder("Java");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System.out.println(sb1.equals(sb2)); // false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StringBuilder n'a pas redéfini equals(), donc il utilise celui de Object (comparaison de références).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Q33 : Quand utiliser String / StringBuffer / StringBuilder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String : Chaînes constantes, peu de modifications.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StringBuilder : Modifications fréquentes en mono-thread.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StringBuffer : Modifications fréquentes en multi-thread.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Q34 : Expliquer le contrat equals() et hashCode()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Règles 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 a.equals(b) → a.hashCode() == b.hashCode().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 hashCode() est égal, equals() peut être vrai ou faux.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Toujours redéfinir les deux ensemble.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Personne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nom;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boolean equals(Object o)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(this == o) return true;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(!(o instanceof Personne)) return false;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Personne p = (Personne) o;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nom.equals(p.nom);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hashCode()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nom.hashCode();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Q40 : Différentes méthodes de la classe Object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Méthode | Description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equals() | Comparaison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hashCode() | Code de hachage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toString() | Représentation textuelle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getClass() | Classe de l'objet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clone() | Copie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finalize() | Avant GC (déprécié)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wait(), notify(), notifyAll() | Synchronisation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Q41 : Quels arguments System.out.println() accepte-t-il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Tout type primitif, String, Object, tableaux, etc. Grâce à la surcharge et à String.valueOf().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System.out.println(42);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System.out.println(3.14);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System.out.println("Java");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System.out.println(new int[]{1,2,3}); // [I@hash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Q42 : Expliquer System.out.println()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System : classe utilitaire.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out : PrintStream statique.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println() : méthode qui affiche et saute une ligne.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Q43 : Auto-boxing et Un-boxing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Auto-boxing : primitive → wrapper.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Un-boxing : wrapper → primitive.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i = 10;   // auto-boxing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j = i;        // un-boxing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Piège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a = 127, b = 127;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 == b); // true (cache)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c = 128, d = 128;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System.out.println(c == d); // false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Q44 : Output d'un programme (auto-boxing)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i1 = 100;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 i2 = 100;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System.out.println(i1 == i2); // true (cache -128 à 127)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STRING, STRINGBUILDER &amp; OBJECT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Q45 : Peut-on passer un long primitif dans un switch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NON. switch accepte : byte, short, char, int, String, enum, et leurs wrappers.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2026-09-10T07:09:12Z</dcterms:created>
  <dcterms:modified xsi:type="dcterms:W3CDTF">2026-09-10T07:09:12Z</dcterms:modified>
</cp:coreProperties>
</file>