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Framework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Q94 : Qu'est-ce que le Collection Framework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Ensemble de classes et interfaces pour stocker et manipuler des groupes d'objets.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Collection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List (ArrayList, LinkedList)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Set (HashSet, TreeSet)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Queue (PriorityQueue)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(HashMap, TreeMap) — pas dans Collection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Q95 : Qu'est-ce que Collections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 utilitaire avec des méthodes statiques (sort, reverse, synchronizedList).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Collections.sort(liste);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Collections.reverse(liste);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Q96 : Qu'est-ce qu'ArrayList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Tableau dynamique redimensionnable.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ArrayList&lt;String&gt; list = new ArrayList&lt;&gt;();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list.add("A");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list.get(0);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Q97 : Taille par défaut d'ArrayList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(capacité initiale).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Q98 : Structure de données interne d'ArrayList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tableau (Object[]).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Q99 : Comment add() fonctionne et comment ArrayList grandit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Ajout à la fin : O(1) amorti.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 plein : nouvelle capacité = ancienne * 1.5 + 1.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Q100 : Comment rendre une ArrayList immuable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immuable = Collections.unmodifiableList(liste);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immuable2 = List.of("A", "B");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Q101 : Qu'est-ce qu'une LinkedList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 doublement chaînée. Rapide en insertion/suppression, lent en accès.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Q102 : Quand utiliser ArrayList vs LinkedList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ArrayList : accès fréquent par index.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LinkedList : insertions/suppressions fréquentes au début/milieu.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Q103 : Qu'est-ce qu'un HashMap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 clé-valeur basée sur le hachage.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HashMap&lt;String, Integer&gt; map = new HashMap&lt;&gt;();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map.put("A", 1);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map.get("A"); // 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Q104 : Fonctionnement interne de put() et get() + collisions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put() : calcule hashCode(), trouve le bucket, stocke.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get() : même calcul, retrouve la valeur.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Collision : deux clés dans le même bucket → liste chaînée (ou arbre rouge-noir depuis Java 8 si &gt; 8 éléments).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Q105 : Scénarios equals() et hashCode() dans HashMap avec clé personnalisée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equals() et hashCode() ne sont pas redéfinis, les clés ne fonctionnent pas correctement.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valeur;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boolean equals(Object o) { ...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int hashCode() { return valeur.hashCode();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Q106 : Comment synchroniser un HashMap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Integer&gt; syncMap = Collections.synchronizedMap(new HashMap&lt;&gt;());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Q107 : Qu'est-ce qu'un ConcurrentHashMap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thread-safe de HashMap, plus performante que synchronizedMap (verrous par segment).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Q108 : HashSet et fonctionnement interne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HashSet utilise un HashMap en interne. Les éléments sont les clés, les valeurs sont un objet constant.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Q109 : TreeMap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triée par clés (ordre naturel ou Comparator).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TreeMap&lt;String, Integer&gt; map = new TreeMap&lt;&gt;();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map.put("B", 2); map.put("A", 1);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Ordre : A, B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Q110 : TreeSet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trié, basé sur TreeMap.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Q111 : Fail-fast vs Fail-safe iterators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Fail-fast : lance ConcurrentModificationException si modifié pendant l'itération (ArrayList).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Fail-safe : travaille sur une copie (ConcurrentHashMap).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Q112 : Iterator vs ListIterator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Iterator | ListIterator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Parcours avant | Avant + arrière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 d'index | nextIndex(), previousIndex()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 d'ajout | add()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Q113 : Iterator.remove() vs Collection.remove()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Iterator.remove() : sûr pendant l'itération.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Collection.remove() : lance ConcurrentModificationException.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