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Cloud &amp; Microservices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16 — SPRING CLOUD &amp; MICROSERVICES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Q114 : Monolith vs Microservices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Monolith | Microservices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 app | Plusieurs services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Déploiement unique | Indépendant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Scalabilité globale | Scalabilité ciblée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16 — SPRING CLOUD &amp; MICROSERVICES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Q161 : CommandLineRunner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Exécute du code au démarrage.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CommandLineRunner run()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args -&gt; System.out.println("Démarré");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16 — SPRING CLOUD &amp; MICROSERVICES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Q162 : Eureka Naming Server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discovery.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@EnableEurekaServer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@SpringBootApplication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EurekaServer { 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16 — SPRING CLOUD &amp; MICROSERVICES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Q163 : Zuul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Gateway (déprécié, remplacé par Spring Cloud Gateway).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16 — SPRING CLOUD &amp; MICROSERVICES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Q164 : Zipkin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Tracing distribué.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16 — SPRING CLOUD &amp; MICROSERVICES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Q165 : Hystrix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Circuit breaker (maintenance, remplacé par Resilience4j).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