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Génériques &amp; Marker Interface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8 — GÉNÉRIQUES &amp; MARKER INTERFACE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Q35 : Qu'est-ce qu'une Marker Interface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sans méthode, servant à marquer une classe.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Exemples : Serializable, Cloneable, Remote.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8 — GÉNÉRIQUES &amp; MARKER INTERFACE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Q36 : Peut-on créer sa propre Marker Interface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OUI.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Auditable {}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Facture implements Auditable {}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8 — GÉNÉRIQUES &amp; MARKER INTERFACE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Q70 : Génériques en Java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Permettent de paramétrer les types.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Boite&lt;T&gt;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T contenu;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set(T t) { this.contenu = t;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T get() { return contenu;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Boite&lt;String&gt; b = new Boite&lt;&gt;();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b.set("Java");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Wildcards : ? extends T, ? super 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