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l'exemple d'injection SQL : ' OR '1'='1 dans un Statement concaténé.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distinguer JPA (spécification) de Hibernate (implémentation).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Persistance des données, couche Web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écosystème Spring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Leçon 2 — Du JDBC bas niveau à l'ORM moderne, aux Servlets/JSP et à Spring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 — Génie Informatique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Connectivité bas niveau aux bases de données (JDBC)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et sécuriser l'accès aux données relationnelles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— Concepts clés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DriverManager &amp; DataSource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DriverManager : obtient une connexion directement via une URL JDBC, un identifiant et un mot de passe — usage simple, souvent pour de petites applications.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DataSource : fabrique de connexions gérée (pooling), utilisée en environnement d'entreprise pour de meilleures performances.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vs PreparedStatement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: exécute du SQL construit dynamiquement (souvent par concaténation de chaînes) — vulnérable aux injections SQL.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: requête précompilée avec paramètres liés (?), le moteur SQL ne réinterprète jamais les valeurs comme du code.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pratique : toujours utiliser PreparedStatement dès qu'une valeur externe (saisie utilisateur) entre dans la requête.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Servlets, JSP et gestion de session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couche Web côté serveur et le suivi de l'utilisateur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Servlets, JSP &amp; Session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d'une Servlet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init() : appelé une seule fois, à l'initialisation de la servlet (chargement de ressources).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service() : appelé à chaque requête HTTP (délègue en général vers doGet()/doPost()).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destroy() : appelé une seule fois avant la suppression de la servlet par le conteneur.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d'état (le protocole HTTP est sans état)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HttpSession : objet côté serveur identifié par un identifiant stocké chez le client, pour suivre un utilisateur entre plusieurs requêtes.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 : petites données stockées côté client et renvoyées à chaque requête.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rewriting : identifiant de session intégré dans l'URL, utilisé quand les cookies sont désactivés.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MVC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: POJOs / entités représentant les données métier.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: JSP ou Thymeleaf pour le rendu HTML.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Contrôleur : Servlets ou contrôleurs Spring MVC qui orchestrent le traitement.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ORM, JPA et Hibernate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correspondre le monde relationnel et le monde objet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ORM, JPA &amp; Hibernate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Object-Relational Mapping (ORM)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qui fait correspondre les tables d'une base relationnelle à des objets Java, évitant d'écrire du SQL manuel pour chaque opération CRUD.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Persistence API (JPA)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 standard (pas une implémentation) qui définit comment persister des objets Java : annotations @Entity, @Id, @OneToMany, etc.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 de référence (« de facto ») de JPA.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Apporte des fonctionnalités avancées : cache de premier et deuxième niveau, lazy loading (chargement différé des relations).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d'exécuter des requêtes orientées objet avec HQL/JPQL, un langage de requête proche de SQL mais qui manipule des entités.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Web et écosystème Spring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Exposer des API et structurer une application d'entreprise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Spring Ecosystem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&amp; JAX-RS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: style d'architecture pour des API sans état (stateless), communiquant en général en JSON via HTTP.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JAX-RS : spécification Java pour construire des services web RESTful.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Core (IoC / DI)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 de contrôle : le conteneur Spring crée et gère les objets (beans) à la place du développeur.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de dépendances : les composants reçoivent leurs dépendances de l'extérieur, ce qui favorise la modularité et la testabilité.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du pattern Repository qui réduit fortement le code CRUD répétitif (boilerplate).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: vérifier l'identité (sessions, JWT — JSON Web Token).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 : contrôler les droits d'accès, notamment via le RBAC (Role-Based Access Control).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&gt; Statement : requêtes précompilées, paramètres liés, protection anti-injection SQL.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/ JSP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918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init()/service()/destroy(), gestion d'état (session, cookie, URL rewriting), architecture MVC.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133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/ Hibernate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526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L'ORM fait correspondre tables et objets Java ; Hibernate ajoute cache, lazy loading et HQL/JPQL.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52578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367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7607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IoC/DI pour découpler les composants, Spring Data JPA pour réduire le boilerplate, Spring Security pour l'authentification/autorisation.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2026-09-20T19:39:54Z</dcterms:created>
  <dcterms:modified xsi:type="dcterms:W3CDTF">2026-09-20T19:39:54Z</dcterms:modified>
</cp:coreProperties>
</file>