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Illustrer avec un Dockerfile FROM maven AS build ... puis FROM eclipse-temurin:jre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Conteneurisation, DevOps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orchestration Kubernetes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Leçon 3 — Docker, Docker Compose et Kubernetes pour des applications JEE cloud-native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 — Génie Informatique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 avec Docker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Empaqueter une application de façon reproductible et portable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— Dockerfiles &amp; Docker Compose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et builds multi-stage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Dockerfile décrit, étape par étape, comment construire une image de conteneur.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multi-stage : une première étape compile l'application (ex. image contenant Maven + JDK), une seconde étape ne conserve que l'exécutable et un JRE léger.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réduire la taille finale de l'image en éliminant les outils de compilation, qui sont inutiles à l'exécution.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pour décrire et orchestrer, dans un seul fichier YAML, plusieurs conteneurs liés entre eux.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typique pour une application JEE : un conteneur pour le serveur d'application, un pour la base de données, un pour un cache (ex. Redis).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commande (docker compose up) démarre l'ensemble de l'environnement local, avec le réseau et les dépendances déjà configurés.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de conteneurs avec Kubernetes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fonctionner et superviser des conteneurs à grande échelle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— Pods, Deployments, Services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011680" cy="36576"/>
          </a:xfrm>
          <a:prstGeom prst="rect">
            <a:avLst/>
          </a:prstGeom>
          <a:solidFill>
            <a:srgbClr val="2E5C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petite unité déployable dans Kubernetes.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Contient un ou plusieurs conteneurs qui partagent le même réseau et le même stockage local.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conteneurs d'un même Pod sont toujours déployés et mis à l'échelle ensemble.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&amp; ReplicaSets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: décrit l'état désiré de l'application de façon déclarative (quelle image, combien de répliques, stratégie de mise à jour).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: géré automatiquement par le Deployment ; s'assure que le nombre de Pods en cours d'exécution correspond bien au nombre souhaité (redémarre un Pod défaillant, permet la mise à l'échelle automatique).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réseau stable devant un ensemble de Pods (dont les adresses IP changent au fil du temps).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 la répartition de charge (load balancing) et la découverte de service (service discovery).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types principaux : ClusterIP (accès interne au cluster), NodePort (exposition sur un port de chaque nœud), LoadBalancer (exposition via un équilibreur de charge externe, typiquement chez un fournisseur cloud).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5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 &amp; Secrets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: externalise la configuration non sensible de l'application (URL, variables d'environnement, fichiers de config).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: stocke des données sensibles (mots de passe, jetons, clés API), encodées séparément des ConfigMaps.</a:t>
            </a:r>
            <a:endParaRPr lang="en-US" sz="16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permettent de garder les images de conteneurs génériques, sans configuration ni secret codés en dur.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multi-stage : compiler avec le JDK/Maven, exécuter avec un JRE léger pour une image finale plus petite.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98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918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Décrit et démarre plusieurs conteneurs liés (serveur d'appli + base de données + cache) en une seule commande.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&amp; Deployments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526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Pod est la plus petite unité déployable ; le Deployment gère l'état déclaratif et le ReplicaSet le nombre de répliques.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52578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2333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367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&amp; ConfigMaps/Secrets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7607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Service expose et équilibre la charge (ClusterIP, NodePort, LoadBalancer) ; ConfigMap/Secret externalisent config et données sensibles.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2026-09-21T22:30:19Z</dcterms:created>
  <dcterms:modified xsi:type="dcterms:W3CDTF">2026-09-21T22:30:19Z</dcterms:modified>
</cp:coreProperties>
</file>