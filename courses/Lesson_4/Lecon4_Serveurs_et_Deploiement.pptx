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Serveurs d'application, déploiement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entreprise et synchronisation des threads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490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Leçon 4 — Conteneurs de servlets, serveurs d'application, pools de connexions et artefacts de déploiement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 — Génie Informatique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Serveurs d'application vs conteneurs de servlets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le bon environnement d'exécution selon les besoins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Comparaison des environnements d'exécution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011680" cy="36576"/>
          </a:xfrm>
          <a:prstGeom prst="rect">
            <a:avLst/>
          </a:prstGeom>
          <a:solidFill>
            <a:srgbClr val="2E5CB8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931920"/>
                <a:gridCol w="3931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Critère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Conteneur de servlets (Tomcat)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Serveur d'application (GlassFish, WildFly)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Spécifications gérées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Servlets, JSP, WebSocket (profil web)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Suite Jakarta EE complète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EJB (Enterprise JavaBeans)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Non supporté nativement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Supporté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JMS (messagerie)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Non supporté nativement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Supporté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JTA (transactions distribuées)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Non supporté nativement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Supporté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Empreinte / complexité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Léger, simple à administrer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Plus lourd, plus riche fonctionnellement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Conteneurs de servlets et serveurs d'application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011680" cy="36576"/>
          </a:xfrm>
          <a:prstGeom prst="rect">
            <a:avLst/>
          </a:prstGeom>
          <a:solidFill>
            <a:srgbClr val="2E5CB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Conteneurs de servlets (ex. Apache Tomcat)</a:t>
            </a:r>
            <a:endParaRPr lang="en-US" sz="155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 d'exécution limité au « profil web » de Jakarta EE.</a:t>
            </a:r>
            <a:endParaRPr lang="en-US" sz="155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Gère le cycle de vie des Servlets, le rendu JSP et les WebSockets.</a:t>
            </a:r>
            <a:endParaRPr lang="en-US" sz="155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fournit pas nativement EJB, JMS ou JTA : suffisant pour de nombreuses applications web classiques.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Serveurs d'application complets (ex. Eclipse GlassFish, WildFly)</a:t>
            </a:r>
            <a:endParaRPr lang="en-US" sz="155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Implémentent l'ensemble de la suite Jakarta EE entreprise.</a:t>
            </a:r>
            <a:endParaRPr lang="en-US" sz="155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Ajoutent notamment EJB (composants métier transactionnels), JMS (messagerie asynchrone) et JTA (transactions distribuées entre plusieurs ressources).</a:t>
            </a:r>
            <a:endParaRPr lang="en-US" sz="155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Choix pertinent lorsque l'application a besoin de ces services transactionnels ou de messagerie avancés.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Synchronisation des threads et pools de connexions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Optimiser les ressources partagées côté serveur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Pools &amp; Executor Thread Pools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011680" cy="36576"/>
          </a:xfrm>
          <a:prstGeom prst="rect">
            <a:avLst/>
          </a:prstGeom>
          <a:solidFill>
            <a:srgbClr val="2E5CB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Pools de connexions (ex. HikariCP)</a:t>
            </a:r>
            <a:endParaRPr lang="en-US" sz="155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une connexion à une base de données est une opération coûteuse (négociation réseau, authentification).</a:t>
            </a:r>
            <a:endParaRPr lang="en-US" sz="155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pool de connexions maintient un ensemble de connexions déjà ouvertes et les réutilise entre les requêtes.</a:t>
            </a:r>
            <a:endParaRPr lang="en-US" sz="155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HikariCP est aujourd'hui la référence pour sa faible latence et sa légèreté ; il est notamment le pool par défaut dans Spring Boot.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Pools de threads (Executor)</a:t>
            </a:r>
            <a:endParaRPr lang="en-US" sz="155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requête HTTP entrante doit être traitée par un thread côté serveur.</a:t>
            </a:r>
            <a:endParaRPr lang="en-US" sz="155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Executor thread pool gère dynamiquement un ensemble de threads réutilisables : il évite de créer un nouveau thread pour chaque requête (coût élevé) et limite le nombre de threads concurrents pour ne pas saturer le serveur.</a:t>
            </a:r>
            <a:endParaRPr lang="en-US" sz="155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Sous forte charge, les requêtes en excès sont mises en file d'attente plutôt que de créer un nombre illimité de threads.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Artefacts et stratégies de déploiement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le bon format de livraison de l'application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 vs JAR exécutable autonome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011680" cy="36576"/>
          </a:xfrm>
          <a:prstGeom prst="rect">
            <a:avLst/>
          </a:prstGeom>
          <a:solidFill>
            <a:srgbClr val="2E5CB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 (Web Application Archive)</a:t>
            </a:r>
            <a:endParaRPr lang="en-US" sz="155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 contenant l'application web (classes, JSP, ressources, descripteur web.xml).</a:t>
            </a:r>
            <a:endParaRPr lang="en-US" sz="155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Doit être déployée dans un conteneur de servlets ou un serveur d'application déjà installé et configuré séparément (ex. Tomcat externe).</a:t>
            </a:r>
            <a:endParaRPr lang="en-US" sz="155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traditionnel : plusieurs applications WAR peuvent partager un même serveur.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 exécutable autonome (embedded container)</a:t>
            </a:r>
            <a:endParaRPr lang="en-US" sz="155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 exécutable qui embarque directement son propre conteneur de servlets (ex. Tomcat embarqué avec Spring Boot).</a:t>
            </a:r>
            <a:endParaRPr lang="en-US" sz="155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lance directement avec « java -jar application.jar », sans installation préalable d'un serveur externe.</a:t>
            </a:r>
            <a:endParaRPr lang="en-US" sz="155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privilégié pour les architectures cloud-native et la conteneurisation (voir Leçon 3) : chaque application embarque tout ce dont elle a besoin pour s'exécuter de façon autonome.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23335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6642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Conteneur de servlets vs serveur d'application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0574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3D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Tomcat gère Servlets/JSP/WebSocket (profil web) ; GlassFish/WildFly ajoutent EJB, JMS, JTA (suite Jakarta EE complète).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78892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23335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898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de connexions (HikariCP)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29184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3D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Réutilise des connexions déjà ouvertes vers la base, évitant le coût d'ouverture/fermeture répété à chaque requête.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23335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41330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de threads (Executor)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5262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3D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Gère dynamiquement les threads qui traitent les requêtes HTTP entrantes, en fonction de la charge.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525780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23335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5367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 vs JAR exécutable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57607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3D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 : déployé dans un serveur externe déjà installé. JAR exécutable : conteneur embarqué, application autonome (modèle cloud-native).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2026-09-23T22:48:07Z</dcterms:created>
  <dcterms:modified xsi:type="dcterms:W3CDTF">2026-09-23T22:48:07Z</dcterms:modified>
</cp:coreProperties>
</file>