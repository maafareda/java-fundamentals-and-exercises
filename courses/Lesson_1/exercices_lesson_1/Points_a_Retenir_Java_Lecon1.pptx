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4114800" cy="411480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4206240"/>
            <a:ext cx="2926080" cy="2926080"/>
          </a:xfrm>
          <a:prstGeom prst="ellipse">
            <a:avLst/>
          </a:prstGeom>
          <a:solidFill>
            <a:srgbClr val="1F31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— LEÇON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à retenir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de : POO, Collections, Stream API, Exceptions et Concurrence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1280160" cy="0"/>
          </a:xfrm>
          <a:prstGeom prst="line">
            <a:avLst/>
          </a:prstGeom>
          <a:noFill/>
          <a:ln w="38100">
            <a:solidFill>
              <a:srgbClr val="E871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  ·  Génie Informatique — EHEI Oujda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POO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Programmation Orientée Objet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46888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abstraite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2889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des attributs entre plusieurs classes liées ; ne peut pas être instanciée.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06824" y="21031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246888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46268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333756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3931920"/>
            <a:ext cx="2889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un contrat que la classe doit respecter.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6448" y="21031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246888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847648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76488" y="333756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76488" y="3931920"/>
            <a:ext cx="2889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a un comportement différent selon l'objet utilisé.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RETENIR — JAVA LEÇON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List, Set, Map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2316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(ArrayList)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907792"/>
            <a:ext cx="457200" cy="45720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282696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315468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Ordonnée : garde l'ordre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849624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72160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 les doublons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416552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288536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par index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06824" y="21031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242316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(HashSet)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26864" y="2907792"/>
            <a:ext cx="457200" cy="45720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6864" y="3282696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15468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doublon accepté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26864" y="3849624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72160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garantit pas l'ordre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26864" y="4416552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4288536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l'unicité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6448" y="2103120"/>
            <a:ext cx="3529584" cy="35661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76488" y="242316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(HashMap)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476488" y="2907792"/>
            <a:ext cx="457200" cy="45720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27" name="Shape 25"/>
          <p:cNvSpPr/>
          <p:nvPr/>
        </p:nvSpPr>
        <p:spPr>
          <a:xfrm>
            <a:off x="8476488" y="3282696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28" name="Text 26"/>
          <p:cNvSpPr/>
          <p:nvPr/>
        </p:nvSpPr>
        <p:spPr>
          <a:xfrm>
            <a:off x="8723376" y="315468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Paires clé → valeur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76488" y="3849624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30" name="Text 28"/>
          <p:cNvSpPr/>
          <p:nvPr/>
        </p:nvSpPr>
        <p:spPr>
          <a:xfrm>
            <a:off x="8723376" y="372160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clé est unique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476488" y="4416552"/>
            <a:ext cx="82296" cy="82296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32" name="Text 30"/>
          <p:cNvSpPr/>
          <p:nvPr/>
        </p:nvSpPr>
        <p:spPr>
          <a:xfrm>
            <a:off x="8723376" y="4288536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rapide via get(clé)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RETENIR — JAVA LEÇON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STREAM API  ·  4 · INTERFACES FONCTIONNELLES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Traiter et transformer les données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API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5117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41401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filter()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les éléments qui respectent une condition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91693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map()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chaque élément en une nouvelle valeur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55701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419856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opérations s'enchaînent sur un flux de données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0" cy="393192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fonctionnelles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37960" y="255117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30568" y="2414016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Predicate&lt;T&gt;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une condition → true / false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37960" y="305409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8" name="Text 16"/>
          <p:cNvSpPr/>
          <p:nvPr/>
        </p:nvSpPr>
        <p:spPr>
          <a:xfrm>
            <a:off x="6830568" y="2916936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Function&lt;T,R&gt;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une valeur en une autre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355701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3419856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Consumer&lt;T&gt;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une valeur, sans rien retourner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RETENIR — JAVA LEÇON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EXCEPTIONS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exceptions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exception est une erreur qui se produit pendant l'exécution d'un programme.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898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Exceptions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oblige à les gérer ou déclarer.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IOException — fichier inexistant, permission, lecture...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514600"/>
            <a:ext cx="5440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834640"/>
            <a:ext cx="502920" cy="502920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69480" y="2898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Unchecked Exceptions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3566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n'oblige pas à les gérer.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0" y="42062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IllegalArgumentException — valeur invalide.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globale — 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la gestion des erreurs au lieu de répéter le même try-catch partout.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RETENIR — JAVA LEÇON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E8710A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CONCURRENCE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Concurrence et synchronisation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0253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6537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tâches travaillent en même temps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5973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32257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tâche exécutée par le programme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79776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que des threads créent des conflits sur les mêmes données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0" cy="137160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00253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4" name="Text 12"/>
          <p:cNvSpPr/>
          <p:nvPr/>
        </p:nvSpPr>
        <p:spPr>
          <a:xfrm>
            <a:off x="6830568" y="1865376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tâches avancent en parallèle (Thread)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37960" y="245973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6" name="Text 14"/>
          <p:cNvSpPr/>
          <p:nvPr/>
        </p:nvSpPr>
        <p:spPr>
          <a:xfrm>
            <a:off x="6830568" y="2322576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CompletableFuture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asynchrone, sans bloquer le programme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37960" y="2916936"/>
            <a:ext cx="100584" cy="10058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18" name="Text 16"/>
          <p:cNvSpPr/>
          <p:nvPr/>
        </p:nvSpPr>
        <p:spPr>
          <a:xfrm>
            <a:off x="6830568" y="2779776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synchronized —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thread accède au code à la fois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11274552" cy="274320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Thread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Exécute une tâche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Multithreading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Plusieurs tâches avec plusieurs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ExecutorService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Gère plusieurs tâches / threads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CompletableFuture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Exécute des tâches de manière asynchrone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synchronized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Protège une partie du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ReentrantLock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Permet de gérer manuellement un verrou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ConcurrentHashMap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adaptée à l'utilisation concurrente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À RETENIR — JAVA LEÇON 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2026-09-14T19:20:29Z</dcterms:created>
  <dcterms:modified xsi:type="dcterms:W3CDTF">2026-09-14T19:20:29Z</dcterms:modified>
</cp:coreProperties>
</file>