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2"/>
    <p:sldId id="267" r:id="rId13"/>
    <p:sldId id="268" r:id="rId14"/>
    <p:sldId id="269" r:id="rId15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Structures de contrôle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 : exécution conditionnelle d'un bloc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classique : nécessite break, sinon comportement de fallthrough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 (Java 14+) : syntaxe -&gt;, retourne une valeur, pas de fallthrough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: boucle avec compteur (initialisation; condition; incrément)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: boucle tant que la condition est vraie, testée avant l'exécution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: boucle exécutée au moins une fois, condition testée après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: parcours simplifié d'un tableau ou d'une collection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/ continue : contrôlent le flux à l'intérieur d'une boucle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1.3 Contenu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788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Fallthrough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78892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Poursuite d'exécution vers le case suivant faute de break.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11480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répétant un bloc d'instructions tant qu'une condition est vraie.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1.3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tous les nombres pairs de 1 à 20 avec une boucle for, puis utiliser un switch expression pour afficher le nom du jour selon un numéro (1=Lundi ... 7=Dimanche).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Structures de contrôle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1.3 Exercice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1.3 Structures de contrôle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Controle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1; i &lt;= 20; i++)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(i % 2 == 0) System.out.println(i);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jour = 3;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nom = switch (jour)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1 -&gt; "Lundi";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2 -&gt; "Mardi";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3 -&gt; "Mercredi";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4 -&gt; "Jeudi";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5 -&gt; "Vendredi";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6 -&gt; "Samedi";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7 -&gt; "Dimanche";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default -&gt; "Invalide";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System.out.println(nom);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1.3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