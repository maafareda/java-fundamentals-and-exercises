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7"/>
    <p:sldId id="262" r:id="rId8"/>
    <p:sldId id="263" r:id="rId9"/>
    <p:sldId id="264" r:id="rId10"/>
    <p:sldId id="265" r:id="rId1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1.1 Environnement de développement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HelloWorld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System.out.println("Bonjour le monde");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Compilation : javac HelloWorld.java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Exécution   : java HelloWorld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1.1 Correction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de 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conteneurs typés, déclarées par type nom = valeur;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primitifs : int, double, boolean, char, byte, short, long, float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Primitifs vs objets : un primitif stocke la valeur directement, un objet stocke une référence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implicite (widening) : int → long → float → double, automatique, sans perte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explicite (casting) : (int) valeur, perte de précision possible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arithmétiques : + − * / % (modulo)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logiques : &amp;&amp; || ! (évaluation en court-circuit)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de comparaison et d'affectation : == != &lt; &gt; &lt;= &gt;= et = += −= *= /=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1.2 Contenu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primitif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donnée basique stocké directement en mémoire.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explicite d'un type vers un autre.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Court-circuit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et || n'évaluent le second opérande que si nécessaire.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1.2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deux entiers a et b. Calculer et afficher leur somme, différence, produit, quotient entier et reste. Convertir ensuite le résultat de la division en double.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Syntaxe de base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1.2 Exercice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1.2 Syntaxe de base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Operations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a = 17, b = 5;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System.out.println("Somme: " + (a + 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System.out.println("Différence: " + (a - 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System.out.println("Produit: " + (a * 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System.out.println("Quotient entier: " + (a / 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System.out.println("Reste: " + (a % 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quotientDecimal = (double) a / b;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System.out.println("Quotient décimal: " + quotientDecimal);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1.2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