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0"/>
    <p:sldId id="275" r:id="rId21"/>
    <p:sldId id="276" r:id="rId22"/>
    <p:sldId id="277" r:id="rId23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536295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 : modificateur type nom(paramètres) { ... }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: variables reçues, doivent correspondre en type à l'appel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de retour : return valeur; le type void signifie aucun retour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277356" y="1691640"/>
            <a:ext cx="536295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Surcharge (overloading) : plusieurs méthodes de même nom, signatures différentes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Pass-by-value : Java passe toujours une copie de la valeur (ou de la référence)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objet : on peut modifier l'objet pointé, mais pas réassigner la variable de l'appelant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1.5 Contenu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Définitions clés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2598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2F5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259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125980"/>
            <a:ext cx="7891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d'une méthode + types et ordre de ses paramètres.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5186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2F5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4518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Surcharge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451860"/>
            <a:ext cx="7891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méthodes de même nom avec des paramètres différents.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7774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2F5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7777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Pass-by-value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4777740"/>
            <a:ext cx="7891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copie toujours la valeur transmise en argument.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1.5 Définitions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48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50292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Exercice 1.5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1672" cy="3291840"/>
          </a:xfrm>
          <a:prstGeom prst="roundRect">
            <a:avLst>
              <a:gd name="adj" fmla="val 2778"/>
            </a:avLst>
          </a:prstGeom>
          <a:solidFill>
            <a:srgbClr val="263172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03120"/>
            <a:ext cx="101772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une méthode surchargée addition acceptant soit deux int, soit deux double, et retournant leur somme. Tester les deux versions dans main.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: Méthodes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1.5 Exercice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Correction — 1.5 Méthodes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5532120"/>
          </a:xfrm>
          <a:prstGeom prst="roundRect">
            <a:avLst>
              <a:gd name="adj" fmla="val 1322"/>
            </a:avLst>
          </a:prstGeom>
          <a:solidFill>
            <a:srgbClr val="1E1E2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143000"/>
            <a:ext cx="146304" cy="14630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1143000"/>
            <a:ext cx="146304" cy="146304"/>
          </a:xfrm>
          <a:prstGeom prst="ellipse">
            <a:avLst/>
          </a:prstGeom>
          <a:solidFill>
            <a:srgbClr val="FFC12F"/>
          </a:solidFill>
          <a:ln/>
        </p:spPr>
      </p:sp>
      <p:sp>
        <p:nvSpPr>
          <p:cNvPr id="6" name="Shape 4"/>
          <p:cNvSpPr/>
          <p:nvPr/>
        </p:nvSpPr>
        <p:spPr>
          <a:xfrm>
            <a:off x="1289304" y="1143000"/>
            <a:ext cx="146304" cy="146304"/>
          </a:xfrm>
          <a:prstGeom prst="ellipse">
            <a:avLst/>
          </a:prstGeom>
          <a:solidFill>
            <a:srgbClr val="28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417320"/>
            <a:ext cx="10451592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Methodes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int addition(int a, int b)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a + b;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double addition(double a, double b)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a + b;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System.out.println(addition(3, 4));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System.out.println(addition(2.5, 1.5));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1.5 Correction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2026-09-09T18:57:33Z</dcterms:created>
  <dcterms:modified xsi:type="dcterms:W3CDTF">2026-09-09T18:57:33Z</dcterms:modified>
</cp:coreProperties>
</file>