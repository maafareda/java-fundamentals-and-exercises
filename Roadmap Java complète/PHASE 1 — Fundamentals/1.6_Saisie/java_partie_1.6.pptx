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4"/>
    <p:sldId id="279" r:id="rId25"/>
    <p:sldId id="280" r:id="rId26"/>
    <p:sldId id="281" r:id="rId27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Entrées / Sorties de base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: classe permettant de lire les entrées clavier (import java.util.Scanner)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Instanciation : Scanner sc = new Scanner(System.in);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utiles : nextInt(), nextDouble(), nextLine(), next()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classique : mélanger nextInt() et nextLine() à cause du \n résiduel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System.out.print : affiche sans retour à la ligne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System.out.println : affiche avec retour à la ligne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System.out.printf : affichage formaté (%d, %s, %f, %.2f...)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1.6 Contenu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8892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788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78892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utilitaire pour lire des données saisies au clavier.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11480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d'affichage formaté utilisant des spécificateurs (%d, %s...).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1.6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1.6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à l'utilisateur son nom et son âge via Scanner, puis afficher une phrase formatée avec printf incluant les deux informations.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Entrées / Sorties de base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1.6 Exercice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1.6 Entrées / Sorties de base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java.util.Scanner;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Saisie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Scanner sc = new Scanner(System.in);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System.out.print("Votre nom: 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nom = sc.nextLine();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System.out.print("Votre âge: 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age = sc.nextInt();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System.out.printf("Bonjour %s, vous avez %d ans.%n", nom, age);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sc.close();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1.6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