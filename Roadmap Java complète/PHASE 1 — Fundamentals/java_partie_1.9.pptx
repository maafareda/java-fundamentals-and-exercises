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36"/>
    <p:sldId id="291" r:id="rId37"/>
    <p:sldId id="292" r:id="rId38"/>
    <p:sldId id="293" r:id="rId39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: une classe hérite des attributs et méthodes d'une autre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: appelle le constructeur ou une méthode de la classe parente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Redéfinition (override) : une sous-classe fournit sa propre implémentation d'une méthode héritée, annotée @Override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vs overload : override = même signature dans la sous-classe ; overload = même nom, paramètres différents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 classes : relation "est un" (un Chien est un Animal)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Java ne peut hériter que d'une seule classe (pas d'héritage multiple)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1.9 Contenu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permettant à une classe de réutiliser le code d'une autre.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à la classe parente.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Réécriture d'une méthode héritée avec la même signature.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1.9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1.9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classe Animal avec une méthode crier(), puis une classe Chien qui hérite d'Animal et redéfinit crier().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Héritage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1.9 Exercice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1.9 Héritage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Animal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crier()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System.out.println("L'animal fait un bruit");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Chien extends Animal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crier()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System.out.println("Le chien aboie");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Animal a = new Chien();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a.crier();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1.9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