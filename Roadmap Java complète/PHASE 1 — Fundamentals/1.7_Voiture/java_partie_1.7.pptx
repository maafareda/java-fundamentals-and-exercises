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8"/>
    <p:sldId id="283" r:id="rId29"/>
    <p:sldId id="284" r:id="rId30"/>
    <p:sldId id="285" r:id="rId3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à la POO — Classes et Objets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: modèle/plan décrivant des attributs et des comportements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: instance concrète d'une classe, créée avec le mot-clé new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: variables décrivant l'état d'un objet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: comportements ou actions que l'objet peut effectuer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Constructeur : méthode spéciale appelée à la création, même nom que la classe, sans type de retour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Constructeur par défaut : généré automatiquement si aucun n'est défini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Mot-clé this : référence à l'instance courante, utile pour distinguer attribut et paramètre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1.7 Contenu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1091672" cy="982980"/>
          </a:xfrm>
          <a:prstGeom prst="roundRect">
            <a:avLst>
              <a:gd name="adj" fmla="val 6512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256032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91640"/>
            <a:ext cx="789127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définissant la structure et le comportement d'objets.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03220"/>
            <a:ext cx="11091672" cy="982980"/>
          </a:xfrm>
          <a:prstGeom prst="roundRect">
            <a:avLst>
              <a:gd name="adj" fmla="val 6512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903220"/>
            <a:ext cx="256032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903220"/>
            <a:ext cx="789127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concrète d'une classe en mémoire.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91672" cy="982980"/>
          </a:xfrm>
          <a:prstGeom prst="roundRect">
            <a:avLst>
              <a:gd name="adj" fmla="val 6512"/>
            </a:avLst>
          </a:prstGeom>
          <a:solidFill>
            <a:srgbClr val="F2F5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114800"/>
            <a:ext cx="256032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Constructeur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114800"/>
            <a:ext cx="789127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spéciale initialisant un nouvel objet.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26380"/>
            <a:ext cx="11091672" cy="982980"/>
          </a:xfrm>
          <a:prstGeom prst="roundRect">
            <a:avLst>
              <a:gd name="adj" fmla="val 6512"/>
            </a:avLst>
          </a:prstGeom>
          <a:solidFill>
            <a:srgbClr val="F2F5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326380"/>
            <a:ext cx="256032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5326380"/>
            <a:ext cx="789127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à l'objet courant.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1.7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1.7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classe Voiture avec les attributs marque et vitesse, un constructeur, et une méthode accelerer() qui augmente la vitesse. Instancier et tester dans main.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Introduction à la POO — Classes et Objets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1.7 Exercice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1.7 Introduction à la POO — Classes et Objets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Voiture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marque;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vitesse;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Voiture(String marque)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this.marque = marque;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this.vitesse = 0;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accelerer(int increment)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this.vitesse += increment;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Voiture v = new Voiture("Toyota");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v.accelerer(50);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System.out.println(v.marque + " roule à " + v.vitesse + " km/h");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1.7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