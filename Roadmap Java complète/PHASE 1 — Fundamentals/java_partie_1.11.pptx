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8" r:id="rId44"/>
    <p:sldId id="299" r:id="rId45"/>
    <p:sldId id="300" r:id="rId46"/>
    <p:sldId id="301" r:id="rId47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abstraites et interfaces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abstraite (abstract) : ne peut pas être instanciée, peut mélanger méthodes concrètes et abstraites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: contrat pur définissant des méthodes qu'une classe s'engage à implémenter (implements)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clé : une classe n'étend qu'une seule classe abstraite, mais peut implémenter plusieurs interfaces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multiples : implements InterfaceA, InterfaceB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 classe abstraite pour du code partagé, interface pour définir une capacité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1.11 Contenu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59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abstraite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2598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incomplète servant de base, non instanciable directement.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5186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518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5186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définissant des méthodes qu'une classe doit implémenter.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777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abstraite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77774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sans corps, à implémenter par les sous-classes.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1.11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1.11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interface Volant avec une méthode voler(), puis une classe Oiseau qui implémente cette interface.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Classes abstraites et interfaces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1.11 Exercice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1.11 Classes abstraites et interfaces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Volant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voler();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Oiseau implements Volant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voler()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System.out.println("L'oiseau vole dans le ciel");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Oiseau o = new Oiseau();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o.voler();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1.11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