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16"/>
    <p:sldId id="271" r:id="rId17"/>
    <p:sldId id="272" r:id="rId18"/>
    <p:sldId id="273" r:id="rId19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Tableaux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53629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à une dimension : int[] tab = new int[5]; ou int[] tab = {1, 2, 3};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: de 0 à longueur − 1, accès via tab[i]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Longueur : tab.length est une propriété, pas une méthode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multidimensionnels : int[][] matrice = new int[3][4];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277356" y="1691640"/>
            <a:ext cx="53629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classique : boucle for avec index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simplifié : boucle for-each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: Arrays.sort(), Arrays.toString(), Arrays.copyOf()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1.4 Contenu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Définitions clés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2598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259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12598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 taille fixe stockant des éléments d'un même type.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5186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4518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45186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d'un élément dans un tableau, commence à 0.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7774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7777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multidimensionnel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477774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dont les éléments sont eux-mêmes des tableaux.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1.4 Définitions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48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50292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Exercice 1.4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3291840"/>
          </a:xfrm>
          <a:prstGeom prst="roundRect">
            <a:avLst>
              <a:gd name="adj" fmla="val 2778"/>
            </a:avLst>
          </a:prstGeom>
          <a:solidFill>
            <a:srgbClr val="263172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03120"/>
            <a:ext cx="101772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tableau de 6 entiers, calculer la somme et la moyenne de ses éléments, puis afficher le tableau une fois trié.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: Tableaux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1.4 Exercice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 — 1.4 Tableaux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5532120"/>
          </a:xfrm>
          <a:prstGeom prst="roundRect">
            <a:avLst>
              <a:gd name="adj" fmla="val 1322"/>
            </a:avLst>
          </a:prstGeom>
          <a:solidFill>
            <a:srgbClr val="1E1E2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143000"/>
            <a:ext cx="146304" cy="14630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1143000"/>
            <a:ext cx="146304" cy="146304"/>
          </a:xfrm>
          <a:prstGeom prst="ellipse">
            <a:avLst/>
          </a:prstGeom>
          <a:solidFill>
            <a:srgbClr val="FFC12F"/>
          </a:solidFill>
          <a:ln/>
        </p:spPr>
      </p:sp>
      <p:sp>
        <p:nvSpPr>
          <p:cNvPr id="6" name="Shape 4"/>
          <p:cNvSpPr/>
          <p:nvPr/>
        </p:nvSpPr>
        <p:spPr>
          <a:xfrm>
            <a:off x="1289304" y="1143000"/>
            <a:ext cx="146304" cy="146304"/>
          </a:xfrm>
          <a:prstGeom prst="ellipse">
            <a:avLst/>
          </a:prstGeom>
          <a:solidFill>
            <a:srgbClr val="28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417320"/>
            <a:ext cx="10451592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java.util.Arrays;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Tableaux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int[] tab = {12, 45, 3, 67, 21, 8};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somme = 0;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valeur : tab)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somme += valeur;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double moyenne = (double) somme / tab.length;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System.out.println("Somme: " + somme);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System.out.println("Moyenne: " + moyenne);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Arrays.sort(tab);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System.out.println("Trié: " + Arrays.toString(tab));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1.4 Correction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2026-09-09T18:57:33Z</dcterms:created>
  <dcterms:modified xsi:type="dcterms:W3CDTF">2026-09-09T18:57:33Z</dcterms:modified>
</cp:coreProperties>
</file>