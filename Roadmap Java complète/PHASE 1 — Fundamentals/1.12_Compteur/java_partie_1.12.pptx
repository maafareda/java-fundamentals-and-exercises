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Mots-clés spéciaux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: appartient à la classe et non à une instance, partagé entre tous les objets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static : une seule copie en mémoire, partagée par toutes les instances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static : appelable sans créer d'objet (ex : Math.sqrt())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sur une variable : rend la valeur non modifiable (constante)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sur une méthode : empêche sa redéfinition dans une sous-classe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sur une classe : empêche l'héritage (ex : String est final)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: les constantes static final s'écrivent en MAJUSCULES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1.12 Contenu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Modificateur liant un membre à la classe plutôt qu'à une instance.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la modification, la redéfinition ou l'héritage selon le contexte.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static final dont la valeur ne change jamais.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1.12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1.12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classe Compteur avec une variable static compteurTotal incrémentée à chaque création d'instance, et une constante final MAX_VALEUR.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Mots-clés spéciaux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1.12 Exercice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1.12 Mots-clés spéciaux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Compteur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compteurTotal =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final int MAX_VALEUR = 100;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Compteur()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compteurTotal++;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Compteur();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Compteur();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Compteur();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System.out.println("Instances créées: " + compteurTotal);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System.out.println("Valeur max autorisée: " + MAX_VALEUR);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1.12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