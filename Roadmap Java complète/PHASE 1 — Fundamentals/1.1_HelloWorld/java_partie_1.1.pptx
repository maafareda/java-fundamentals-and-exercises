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9659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9718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Fondamentaux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1.1 à 1.12 — Environnement, syntaxe et bases de la POO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 — Phase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7160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développement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4884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de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26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2608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contrôle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0332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480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48056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5257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25780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/ Sorties de base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7356" y="137160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4516" y="1371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37476" y="137160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la POO — Classes et Objets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77356" y="214884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14516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37476" y="214884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7356" y="292608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14516" y="2926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237476" y="292608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7356" y="370332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14516" y="3703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37476" y="370332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7356" y="448056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14516" y="4480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237476" y="448056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abstraites et interfaces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77356" y="5257800"/>
            <a:ext cx="5362956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14516" y="5257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237476" y="525780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spéciaux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développement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(Java Development Kit) : contient tout le nécessaire pour développer ET exécuter du Java (compilateur, outils, JRE inclus)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(Java Runtime Environment) : permet uniquement d'exécuter des programmes Java (JVM + bibliothèques standard)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(Java Virtual Machine) : machine virtuelle qui exécute le bytecode, indépendante du système d'exploitation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recommandé : IntelliJ IDEA (auto-complétion, débogueur, refactoring intégrés)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projet : dossier src/, packages, un fichier .java par classe publique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: javac MonProgramme.java génère MonProgramme.class (bytecode)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: java MonProgramme lance la JVM qui interprète le bytecode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 Contenu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développement complet incluant compilateur, JRE et outils.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0322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0322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0322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d'exécution : JVM + bibliothèques standard.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11480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virtuelle qui interprète le bytecode Java.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2638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32638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532638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intermédiaire généré par javac, portable sur toute JVM.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le JDK, écrire un programme HelloWorld.java qui affiche "Bonjour le monde", le compiler avec javac puis l'exécuter avec java.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Environnement de développement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 Exercice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