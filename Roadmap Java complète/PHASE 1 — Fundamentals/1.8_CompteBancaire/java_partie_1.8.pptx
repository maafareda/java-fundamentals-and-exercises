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32"/>
    <p:sldId id="287" r:id="rId33"/>
    <p:sldId id="288" r:id="rId34"/>
    <p:sldId id="289" r:id="rId35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Encapsulation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: accessible uniquement à l'intérieur de la classe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: accessible depuis n'importe où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: accessible dans le package et par les sous-classes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1691640"/>
            <a:ext cx="53629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package-private (par défaut) : accessible dans le même package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/ setters : méthodes publiques pour lire et modifier des attributs privés de façon contrôlée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26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d'encapsulation : cacher l'état interne, exposer une interface contrôlée pour protéger la cohérence des données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1.8 Contenu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57200"/>
            <a:ext cx="10268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Définitions clés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2598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2598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2598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consistant à masquer les détails internes d'une classe.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45186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4518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45186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retournant la valeur d'un attribut privé.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77740"/>
            <a:ext cx="11091672" cy="1097280"/>
          </a:xfrm>
          <a:prstGeom prst="roundRect">
            <a:avLst>
              <a:gd name="adj" fmla="val 5833"/>
            </a:avLst>
          </a:prstGeom>
          <a:solidFill>
            <a:srgbClr val="F2F5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7777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777740"/>
            <a:ext cx="7891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modifiant la valeur d'un attribut privé, souvent avec validation.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1.8 Définitions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631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50292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Exercice 1.8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91672" cy="3291840"/>
          </a:xfrm>
          <a:prstGeom prst="roundRect">
            <a:avLst>
              <a:gd name="adj" fmla="val 2778"/>
            </a:avLst>
          </a:prstGeom>
          <a:solidFill>
            <a:srgbClr val="263172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1017727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classe CompteBancaire avec un attribut privé solde, un getter, et un setter qui refuse les valeurs négatives.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3492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: Encapsulation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1.8 Exercice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Correction — 1.8 Encapsulation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5532120"/>
          </a:xfrm>
          <a:prstGeom prst="roundRect">
            <a:avLst>
              <a:gd name="adj" fmla="val 1322"/>
            </a:avLst>
          </a:prstGeom>
          <a:solidFill>
            <a:srgbClr val="1E1E2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143000"/>
            <a:ext cx="146304" cy="146304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1143000"/>
            <a:ext cx="146304" cy="146304"/>
          </a:xfrm>
          <a:prstGeom prst="ellipse">
            <a:avLst/>
          </a:prstGeom>
          <a:solidFill>
            <a:srgbClr val="FFC12F"/>
          </a:solidFill>
          <a:ln/>
        </p:spPr>
      </p:sp>
      <p:sp>
        <p:nvSpPr>
          <p:cNvPr id="6" name="Shape 4"/>
          <p:cNvSpPr/>
          <p:nvPr/>
        </p:nvSpPr>
        <p:spPr>
          <a:xfrm>
            <a:off x="1289304" y="1143000"/>
            <a:ext cx="146304" cy="146304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417320"/>
            <a:ext cx="1045159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CompteBancaire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double solde;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double getSolde()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solde;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setSolde(double solde)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(solde &lt; 0)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System.out.println("Solde invalide, opération refusée.");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this.solde = solde;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CompteBancaire compte = new CompteBancaire();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compte.setSolde(1000);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compte.setSolde(-50);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System.out.println("Solde: " + compte.getSolde());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0" y="6547104"/>
            <a:ext cx="1218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1.8 Correction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2026-09-09T18:57:33Z</dcterms:created>
  <dcterms:modified xsi:type="dcterms:W3CDTF">2026-09-09T18:57:33Z</dcterms:modified>
</cp:coreProperties>
</file>